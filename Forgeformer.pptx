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  <p:sldMasterId id="2147483696" r:id="rId3"/>
    <p:sldMasterId id="2147483708" r:id="rId4"/>
    <p:sldMasterId id="2147483720" r:id="rId5"/>
    <p:sldMasterId id="2147483732" r:id="rId6"/>
  </p:sldMasterIdLst>
  <p:notesMasterIdLst>
    <p:notesMasterId r:id="rId2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32:48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24575,'812'0'-1365,"-789"0"-5461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32:50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24575,'630'0'-1365,"-608"0"-5461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40:25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24575,'610'0'-1365,"-588"0"-5461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40:27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21389,'534'0'0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3:18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24575,'381'13'0,"24"0"0,-149-13-1365,-235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3:19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24575,'766'0'0,"-742"-2"0,0 0 0,27-7 0,36-3 0,56 11-1365,-121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3:31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2 24575,'-8'2'0,"0"0"0,1 0 0,-1 1 0,0-1 0,1 2 0,-1-1 0,1 1 0,-7 5 0,-9 4 0,-33 10 0,38-16 0,1 0 0,0 1 0,-30 19 0,43-24 0,-1 0 0,1 0 0,1 1 0,-1 0 0,0 0 0,1 0 0,0 0 0,0 0 0,0 1 0,0-1 0,1 1 0,0 0 0,0 0 0,0 0 0,0 0 0,1 0 0,0 0 0,-1 7 0,-13 140 0,13-138 0,0-1 0,0 1 0,1 0 0,1 0 0,0 0 0,4 23 0,-3-30 0,1-1 0,0 0 0,0 0 0,1 0 0,-1-1 0,1 1 0,1-1 0,-1 1 0,1-1 0,0 0 0,0 0 0,0-1 0,1 1 0,-1-1 0,1 0 0,9 6 0,5-1 0,0 0 0,0-1 0,1-1 0,0-1 0,0-1 0,0-1 0,1-1 0,38 2 0,-27-2 0,47 6 0,209 13 0,-152-21 0,109-4 0,-237 3 0,0-1 0,0 0 0,0-1 0,0 0 0,0 0 0,0-1 0,0 0 0,-1 0 0,1 0 0,-1-1 0,0-1 0,0 1 0,0-1 0,-1 0 0,0 0 0,0-1 0,0 0 0,-1 0 0,1-1 0,-1 1 0,-1-1 0,0 0 0,1 0 0,-2-1 0,1 1 0,-1-1 0,-1 0 0,1 1 0,-1-1 0,-1-1 0,1 1 0,-1 0 0,-1 0 0,0-15 0,0 5 0,-2 0 0,0 1 0,-1-1 0,0 0 0,-10-26 0,12 38 0,-1 1 0,0-1 0,-1 1 0,1 0 0,-1 0 0,0 0 0,0 0 0,0 0 0,-1 1 0,0-1 0,0 1 0,0 0 0,0 0 0,-1 1 0,1-1 0,-1 1 0,0 0 0,0 0 0,0 1 0,0-1 0,-7-1 0,-6 0 0,1-1 0,0 0 0,0-1 0,1-1 0,0-1 0,0-1 0,-28-19 0,13 8 0,-1 2 0,0 0 0,-1 3 0,-1 0 0,-1 2 0,-60-14 0,-44 2 0,107 20-38,-1 1 1,1 2-1,-60 3 0,38 0-1176,33-1-5612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5:56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78 24575,'79'-10'0,"-20"1"0,214-26 0,-145 17 0,-55 12 9,120 6 0,-82 2-1392,-90-2-5443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5:57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24575,'813'0'-1365,"-791"0"-5461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7:55:59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24575,'966'0'-1365,"-944"0"-5461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0C3D1-5D6F-4164-882D-1514A5E504E9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86A437-45C8-4645-A15C-DEA864B00A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333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86A437-45C8-4645-A15C-DEA864B00ACF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5991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76702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866650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598510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4799692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8394707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6713229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5741001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5287805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2904318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765509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515304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7" name="Group 1556"/>
          <p:cNvGrpSpPr/>
          <p:nvPr/>
        </p:nvGrpSpPr>
        <p:grpSpPr>
          <a:xfrm>
            <a:off x="0" y="420256"/>
            <a:ext cx="12188952" cy="3795497"/>
            <a:chOff x="0" y="420256"/>
            <a:chExt cx="12188952" cy="3795497"/>
          </a:xfrm>
        </p:grpSpPr>
        <p:cxnSp>
          <p:nvCxnSpPr>
            <p:cNvPr id="1558" name="Straight Connector 1557"/>
            <p:cNvCxnSpPr/>
            <p:nvPr/>
          </p:nvCxnSpPr>
          <p:spPr>
            <a:xfrm>
              <a:off x="0" y="4215753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9" name="Straight Connector 1558"/>
            <p:cNvCxnSpPr/>
            <p:nvPr/>
          </p:nvCxnSpPr>
          <p:spPr>
            <a:xfrm>
              <a:off x="0" y="3794032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0" name="Straight Connector 1559"/>
            <p:cNvCxnSpPr/>
            <p:nvPr/>
          </p:nvCxnSpPr>
          <p:spPr>
            <a:xfrm>
              <a:off x="0" y="3372310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1" name="Straight Connector 1560"/>
            <p:cNvCxnSpPr/>
            <p:nvPr/>
          </p:nvCxnSpPr>
          <p:spPr>
            <a:xfrm>
              <a:off x="0" y="2950588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2" name="Straight Connector 1561"/>
            <p:cNvCxnSpPr/>
            <p:nvPr/>
          </p:nvCxnSpPr>
          <p:spPr>
            <a:xfrm>
              <a:off x="0" y="2528866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3" name="Straight Connector 1562"/>
            <p:cNvCxnSpPr/>
            <p:nvPr/>
          </p:nvCxnSpPr>
          <p:spPr>
            <a:xfrm>
              <a:off x="0" y="2107144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4" name="Straight Connector 1563"/>
            <p:cNvCxnSpPr/>
            <p:nvPr/>
          </p:nvCxnSpPr>
          <p:spPr>
            <a:xfrm>
              <a:off x="0" y="1685422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5" name="Straight Connector 1564"/>
            <p:cNvCxnSpPr/>
            <p:nvPr/>
          </p:nvCxnSpPr>
          <p:spPr>
            <a:xfrm>
              <a:off x="0" y="1263700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6" name="Straight Connector 1565"/>
            <p:cNvCxnSpPr/>
            <p:nvPr/>
          </p:nvCxnSpPr>
          <p:spPr>
            <a:xfrm>
              <a:off x="0" y="841978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7" name="Straight Connector 1566"/>
            <p:cNvCxnSpPr/>
            <p:nvPr/>
          </p:nvCxnSpPr>
          <p:spPr>
            <a:xfrm>
              <a:off x="0" y="420256"/>
              <a:ext cx="12188952" cy="0"/>
            </a:xfrm>
            <a:prstGeom prst="line">
              <a:avLst/>
            </a:prstGeom>
            <a:ln w="1397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8" name="Rectangle 379"/>
          <p:cNvSpPr/>
          <p:nvPr/>
        </p:nvSpPr>
        <p:spPr>
          <a:xfrm rot="18900000" flipV="1">
            <a:off x="9445819" y="-965459"/>
            <a:ext cx="13717" cy="6493220"/>
          </a:xfrm>
          <a:custGeom>
            <a:avLst/>
            <a:gdLst/>
            <a:ahLst/>
            <a:cxnLst/>
            <a:rect l="l" t="t" r="r" b="b"/>
            <a:pathLst>
              <a:path w="13717" h="6493220">
                <a:moveTo>
                  <a:pt x="1" y="6493220"/>
                </a:moveTo>
                <a:lnTo>
                  <a:pt x="13717" y="647950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69" name="Rectangle 56"/>
          <p:cNvSpPr/>
          <p:nvPr/>
        </p:nvSpPr>
        <p:spPr>
          <a:xfrm>
            <a:off x="0" y="0"/>
            <a:ext cx="11816540" cy="4572004"/>
          </a:xfrm>
          <a:custGeom>
            <a:avLst/>
            <a:gdLst/>
            <a:ahLst/>
            <a:cxnLst/>
            <a:rect l="l" t="t" r="r" b="b"/>
            <a:pathLst>
              <a:path w="11816540" h="4572004">
                <a:moveTo>
                  <a:pt x="11802824" y="4"/>
                </a:moveTo>
                <a:lnTo>
                  <a:pt x="11816540" y="4"/>
                </a:lnTo>
                <a:lnTo>
                  <a:pt x="11816540" y="4572004"/>
                </a:lnTo>
                <a:lnTo>
                  <a:pt x="11802824" y="4572004"/>
                </a:lnTo>
                <a:close/>
                <a:moveTo>
                  <a:pt x="5901406" y="4"/>
                </a:moveTo>
                <a:lnTo>
                  <a:pt x="5915122" y="4"/>
                </a:lnTo>
                <a:lnTo>
                  <a:pt x="5915122" y="4572004"/>
                </a:lnTo>
                <a:lnTo>
                  <a:pt x="5901406" y="4572004"/>
                </a:lnTo>
                <a:close/>
                <a:moveTo>
                  <a:pt x="10959754" y="3"/>
                </a:moveTo>
                <a:lnTo>
                  <a:pt x="10973470" y="3"/>
                </a:lnTo>
                <a:lnTo>
                  <a:pt x="10973470" y="4572003"/>
                </a:lnTo>
                <a:lnTo>
                  <a:pt x="10959754" y="4572003"/>
                </a:lnTo>
                <a:close/>
                <a:moveTo>
                  <a:pt x="5058348" y="3"/>
                </a:moveTo>
                <a:lnTo>
                  <a:pt x="5072064" y="3"/>
                </a:lnTo>
                <a:lnTo>
                  <a:pt x="5072064" y="4572003"/>
                </a:lnTo>
                <a:lnTo>
                  <a:pt x="5058348" y="4572003"/>
                </a:lnTo>
                <a:close/>
                <a:moveTo>
                  <a:pt x="11381283" y="2"/>
                </a:moveTo>
                <a:lnTo>
                  <a:pt x="11394999" y="2"/>
                </a:lnTo>
                <a:lnTo>
                  <a:pt x="11394999" y="4572002"/>
                </a:lnTo>
                <a:lnTo>
                  <a:pt x="11381283" y="4572002"/>
                </a:lnTo>
                <a:close/>
                <a:moveTo>
                  <a:pt x="10538225" y="2"/>
                </a:moveTo>
                <a:lnTo>
                  <a:pt x="10551941" y="2"/>
                </a:lnTo>
                <a:lnTo>
                  <a:pt x="10551941" y="4572002"/>
                </a:lnTo>
                <a:lnTo>
                  <a:pt x="10538225" y="4572002"/>
                </a:lnTo>
                <a:close/>
                <a:moveTo>
                  <a:pt x="10116696" y="2"/>
                </a:moveTo>
                <a:lnTo>
                  <a:pt x="10130412" y="2"/>
                </a:lnTo>
                <a:lnTo>
                  <a:pt x="10130412" y="4572002"/>
                </a:lnTo>
                <a:lnTo>
                  <a:pt x="10116696" y="4572002"/>
                </a:lnTo>
                <a:close/>
                <a:moveTo>
                  <a:pt x="6322935" y="2"/>
                </a:moveTo>
                <a:lnTo>
                  <a:pt x="6336651" y="2"/>
                </a:lnTo>
                <a:lnTo>
                  <a:pt x="6336651" y="4572002"/>
                </a:lnTo>
                <a:lnTo>
                  <a:pt x="6322935" y="4572002"/>
                </a:lnTo>
                <a:close/>
                <a:moveTo>
                  <a:pt x="5479877" y="2"/>
                </a:moveTo>
                <a:lnTo>
                  <a:pt x="5493593" y="2"/>
                </a:lnTo>
                <a:lnTo>
                  <a:pt x="5493593" y="4572002"/>
                </a:lnTo>
                <a:lnTo>
                  <a:pt x="5479877" y="4572002"/>
                </a:lnTo>
                <a:close/>
                <a:moveTo>
                  <a:pt x="4636819" y="2"/>
                </a:moveTo>
                <a:lnTo>
                  <a:pt x="4650535" y="2"/>
                </a:lnTo>
                <a:lnTo>
                  <a:pt x="4650535" y="4572002"/>
                </a:lnTo>
                <a:lnTo>
                  <a:pt x="4636819" y="4572002"/>
                </a:lnTo>
                <a:close/>
                <a:moveTo>
                  <a:pt x="4215290" y="2"/>
                </a:moveTo>
                <a:lnTo>
                  <a:pt x="4229006" y="2"/>
                </a:lnTo>
                <a:lnTo>
                  <a:pt x="4229006" y="4572002"/>
                </a:lnTo>
                <a:lnTo>
                  <a:pt x="4215290" y="4572002"/>
                </a:lnTo>
                <a:close/>
                <a:moveTo>
                  <a:pt x="421529" y="2"/>
                </a:moveTo>
                <a:lnTo>
                  <a:pt x="435245" y="2"/>
                </a:lnTo>
                <a:lnTo>
                  <a:pt x="435245" y="4572002"/>
                </a:lnTo>
                <a:lnTo>
                  <a:pt x="421529" y="4572002"/>
                </a:lnTo>
                <a:close/>
                <a:moveTo>
                  <a:pt x="0" y="2"/>
                </a:moveTo>
                <a:lnTo>
                  <a:pt x="13716" y="2"/>
                </a:lnTo>
                <a:lnTo>
                  <a:pt x="13716" y="4572002"/>
                </a:lnTo>
                <a:lnTo>
                  <a:pt x="0" y="4572002"/>
                </a:lnTo>
                <a:close/>
                <a:moveTo>
                  <a:pt x="9273638" y="1"/>
                </a:moveTo>
                <a:lnTo>
                  <a:pt x="9287354" y="1"/>
                </a:lnTo>
                <a:lnTo>
                  <a:pt x="9287354" y="4572001"/>
                </a:lnTo>
                <a:lnTo>
                  <a:pt x="9273638" y="4572001"/>
                </a:lnTo>
                <a:close/>
                <a:moveTo>
                  <a:pt x="3372232" y="1"/>
                </a:moveTo>
                <a:lnTo>
                  <a:pt x="3385948" y="1"/>
                </a:lnTo>
                <a:lnTo>
                  <a:pt x="3385948" y="4572001"/>
                </a:lnTo>
                <a:lnTo>
                  <a:pt x="3372232" y="4572001"/>
                </a:lnTo>
                <a:close/>
                <a:moveTo>
                  <a:pt x="9695167" y="0"/>
                </a:moveTo>
                <a:lnTo>
                  <a:pt x="9708883" y="0"/>
                </a:lnTo>
                <a:lnTo>
                  <a:pt x="9708883" y="4572000"/>
                </a:lnTo>
                <a:lnTo>
                  <a:pt x="9695167" y="4572000"/>
                </a:lnTo>
                <a:close/>
                <a:moveTo>
                  <a:pt x="8852109" y="0"/>
                </a:moveTo>
                <a:lnTo>
                  <a:pt x="8865825" y="0"/>
                </a:lnTo>
                <a:lnTo>
                  <a:pt x="8865825" y="4572000"/>
                </a:lnTo>
                <a:lnTo>
                  <a:pt x="8852109" y="4572000"/>
                </a:lnTo>
                <a:close/>
                <a:moveTo>
                  <a:pt x="8430580" y="0"/>
                </a:moveTo>
                <a:lnTo>
                  <a:pt x="8444296" y="0"/>
                </a:lnTo>
                <a:lnTo>
                  <a:pt x="8444296" y="4572000"/>
                </a:lnTo>
                <a:lnTo>
                  <a:pt x="8430580" y="4572000"/>
                </a:lnTo>
                <a:close/>
                <a:moveTo>
                  <a:pt x="8009051" y="0"/>
                </a:moveTo>
                <a:lnTo>
                  <a:pt x="8022767" y="0"/>
                </a:lnTo>
                <a:lnTo>
                  <a:pt x="8022767" y="4572000"/>
                </a:lnTo>
                <a:lnTo>
                  <a:pt x="8009051" y="4572000"/>
                </a:lnTo>
                <a:close/>
                <a:moveTo>
                  <a:pt x="7587522" y="0"/>
                </a:moveTo>
                <a:lnTo>
                  <a:pt x="7601238" y="0"/>
                </a:lnTo>
                <a:lnTo>
                  <a:pt x="7601238" y="4572000"/>
                </a:lnTo>
                <a:lnTo>
                  <a:pt x="7587522" y="4572000"/>
                </a:lnTo>
                <a:close/>
                <a:moveTo>
                  <a:pt x="7165993" y="0"/>
                </a:moveTo>
                <a:lnTo>
                  <a:pt x="7179709" y="0"/>
                </a:lnTo>
                <a:lnTo>
                  <a:pt x="7179709" y="4572000"/>
                </a:lnTo>
                <a:lnTo>
                  <a:pt x="7165993" y="4572000"/>
                </a:lnTo>
                <a:close/>
                <a:moveTo>
                  <a:pt x="6744464" y="0"/>
                </a:moveTo>
                <a:lnTo>
                  <a:pt x="6758180" y="0"/>
                </a:lnTo>
                <a:lnTo>
                  <a:pt x="6758180" y="4572000"/>
                </a:lnTo>
                <a:lnTo>
                  <a:pt x="6744464" y="4572000"/>
                </a:lnTo>
                <a:close/>
                <a:moveTo>
                  <a:pt x="3793761" y="0"/>
                </a:moveTo>
                <a:lnTo>
                  <a:pt x="3807477" y="0"/>
                </a:lnTo>
                <a:lnTo>
                  <a:pt x="3807477" y="4572000"/>
                </a:lnTo>
                <a:lnTo>
                  <a:pt x="3793761" y="4572000"/>
                </a:lnTo>
                <a:close/>
                <a:moveTo>
                  <a:pt x="2950703" y="0"/>
                </a:moveTo>
                <a:lnTo>
                  <a:pt x="2964419" y="0"/>
                </a:lnTo>
                <a:lnTo>
                  <a:pt x="2964419" y="4572000"/>
                </a:lnTo>
                <a:lnTo>
                  <a:pt x="2950703" y="4572000"/>
                </a:lnTo>
                <a:close/>
                <a:moveTo>
                  <a:pt x="2529174" y="0"/>
                </a:moveTo>
                <a:lnTo>
                  <a:pt x="2542890" y="0"/>
                </a:lnTo>
                <a:lnTo>
                  <a:pt x="2542890" y="4572000"/>
                </a:lnTo>
                <a:lnTo>
                  <a:pt x="2529174" y="4572000"/>
                </a:lnTo>
                <a:close/>
                <a:moveTo>
                  <a:pt x="2107645" y="0"/>
                </a:moveTo>
                <a:lnTo>
                  <a:pt x="2121361" y="0"/>
                </a:lnTo>
                <a:lnTo>
                  <a:pt x="2121361" y="4572000"/>
                </a:lnTo>
                <a:lnTo>
                  <a:pt x="2107645" y="4572000"/>
                </a:lnTo>
                <a:close/>
                <a:moveTo>
                  <a:pt x="1686116" y="0"/>
                </a:moveTo>
                <a:lnTo>
                  <a:pt x="1699832" y="0"/>
                </a:lnTo>
                <a:lnTo>
                  <a:pt x="1699832" y="4572000"/>
                </a:lnTo>
                <a:lnTo>
                  <a:pt x="1686116" y="4572000"/>
                </a:lnTo>
                <a:close/>
                <a:moveTo>
                  <a:pt x="1264587" y="0"/>
                </a:moveTo>
                <a:lnTo>
                  <a:pt x="1278303" y="0"/>
                </a:lnTo>
                <a:lnTo>
                  <a:pt x="1278303" y="4572000"/>
                </a:lnTo>
                <a:lnTo>
                  <a:pt x="1264587" y="4572000"/>
                </a:lnTo>
                <a:close/>
                <a:moveTo>
                  <a:pt x="843058" y="0"/>
                </a:moveTo>
                <a:lnTo>
                  <a:pt x="856774" y="0"/>
                </a:lnTo>
                <a:lnTo>
                  <a:pt x="856774" y="4572000"/>
                </a:lnTo>
                <a:lnTo>
                  <a:pt x="843058" y="457200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0" name="Rectangle 87"/>
          <p:cNvSpPr/>
          <p:nvPr/>
        </p:nvSpPr>
        <p:spPr>
          <a:xfrm rot="2700000">
            <a:off x="2311242" y="-967047"/>
            <a:ext cx="13716" cy="6570294"/>
          </a:xfrm>
          <a:custGeom>
            <a:avLst/>
            <a:gdLst/>
            <a:ahLst/>
            <a:cxnLst/>
            <a:rect l="l" t="t" r="r" b="b"/>
            <a:pathLst>
              <a:path w="13716" h="6570294">
                <a:moveTo>
                  <a:pt x="0" y="6556578"/>
                </a:moveTo>
                <a:lnTo>
                  <a:pt x="13716" y="6570294"/>
                </a:lnTo>
                <a:lnTo>
                  <a:pt x="13716" y="6570294"/>
                </a:lnTo>
                <a:lnTo>
                  <a:pt x="0" y="6556578"/>
                </a:lnTo>
                <a:close/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1" name="Rectangle 88"/>
          <p:cNvSpPr/>
          <p:nvPr/>
        </p:nvSpPr>
        <p:spPr>
          <a:xfrm rot="2700000">
            <a:off x="3186527" y="-953751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2" name="Rectangle 89"/>
          <p:cNvSpPr/>
          <p:nvPr/>
        </p:nvSpPr>
        <p:spPr>
          <a:xfrm rot="2700000">
            <a:off x="4029713" y="-953750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7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3" name="Rectangle 90"/>
          <p:cNvSpPr/>
          <p:nvPr/>
        </p:nvSpPr>
        <p:spPr>
          <a:xfrm rot="2700000">
            <a:off x="4872899" y="-953750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4" name="Rectangle 91"/>
          <p:cNvSpPr/>
          <p:nvPr/>
        </p:nvSpPr>
        <p:spPr>
          <a:xfrm rot="2700000">
            <a:off x="5716086" y="-953749"/>
            <a:ext cx="13716" cy="6479501"/>
          </a:xfrm>
          <a:custGeom>
            <a:avLst/>
            <a:gdLst/>
            <a:ahLst/>
            <a:cxnLst/>
            <a:rect l="l" t="t" r="r" b="b"/>
            <a:pathLst>
              <a:path w="13716" h="6479501">
                <a:moveTo>
                  <a:pt x="0" y="13716"/>
                </a:moveTo>
                <a:lnTo>
                  <a:pt x="13716" y="0"/>
                </a:lnTo>
                <a:lnTo>
                  <a:pt x="13716" y="6465785"/>
                </a:lnTo>
                <a:lnTo>
                  <a:pt x="0" y="6479501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5" name="Rectangle 92"/>
          <p:cNvSpPr/>
          <p:nvPr/>
        </p:nvSpPr>
        <p:spPr>
          <a:xfrm rot="2700000">
            <a:off x="6559272" y="-953750"/>
            <a:ext cx="13716" cy="6479502"/>
          </a:xfrm>
          <a:custGeom>
            <a:avLst/>
            <a:gdLst/>
            <a:ahLst/>
            <a:cxnLst/>
            <a:rect l="l" t="t" r="r" b="b"/>
            <a:pathLst>
              <a:path w="13716" h="6479502">
                <a:moveTo>
                  <a:pt x="0" y="13716"/>
                </a:moveTo>
                <a:lnTo>
                  <a:pt x="13716" y="0"/>
                </a:lnTo>
                <a:lnTo>
                  <a:pt x="13715" y="6465787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6" name="Rectangle 93"/>
          <p:cNvSpPr/>
          <p:nvPr/>
        </p:nvSpPr>
        <p:spPr>
          <a:xfrm rot="2700000">
            <a:off x="7402457" y="-944051"/>
            <a:ext cx="13717" cy="6479502"/>
          </a:xfrm>
          <a:custGeom>
            <a:avLst/>
            <a:gdLst/>
            <a:ahLst/>
            <a:cxnLst/>
            <a:rect l="l" t="t" r="r" b="b"/>
            <a:pathLst>
              <a:path w="13717" h="6479502">
                <a:moveTo>
                  <a:pt x="0" y="13716"/>
                </a:moveTo>
                <a:lnTo>
                  <a:pt x="13717" y="0"/>
                </a:lnTo>
                <a:lnTo>
                  <a:pt x="13716" y="6465787"/>
                </a:lnTo>
                <a:lnTo>
                  <a:pt x="1" y="647950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7" name="Rectangle 94"/>
          <p:cNvSpPr/>
          <p:nvPr/>
        </p:nvSpPr>
        <p:spPr>
          <a:xfrm rot="2700000">
            <a:off x="8245644" y="-953750"/>
            <a:ext cx="13716" cy="6479502"/>
          </a:xfrm>
          <a:custGeom>
            <a:avLst/>
            <a:gdLst/>
            <a:ahLst/>
            <a:cxnLst/>
            <a:rect l="l" t="t" r="r" b="b"/>
            <a:pathLst>
              <a:path w="13716" h="6479502">
                <a:moveTo>
                  <a:pt x="0" y="13716"/>
                </a:moveTo>
                <a:lnTo>
                  <a:pt x="13716" y="0"/>
                </a:lnTo>
                <a:lnTo>
                  <a:pt x="13715" y="6465787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8" name="Rectangle 95"/>
          <p:cNvSpPr/>
          <p:nvPr/>
        </p:nvSpPr>
        <p:spPr>
          <a:xfrm rot="2700000">
            <a:off x="9088831" y="-953750"/>
            <a:ext cx="13717" cy="6479503"/>
          </a:xfrm>
          <a:custGeom>
            <a:avLst/>
            <a:gdLst/>
            <a:ahLst/>
            <a:cxnLst/>
            <a:rect l="l" t="t" r="r" b="b"/>
            <a:pathLst>
              <a:path w="13717" h="6479503">
                <a:moveTo>
                  <a:pt x="13717" y="0"/>
                </a:moveTo>
                <a:lnTo>
                  <a:pt x="13716" y="6465787"/>
                </a:lnTo>
                <a:lnTo>
                  <a:pt x="0" y="6479503"/>
                </a:lnTo>
                <a:lnTo>
                  <a:pt x="1" y="13717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79" name="Rectangle 96"/>
          <p:cNvSpPr/>
          <p:nvPr/>
        </p:nvSpPr>
        <p:spPr>
          <a:xfrm rot="2700000">
            <a:off x="9912896" y="-907596"/>
            <a:ext cx="13716" cy="6425429"/>
          </a:xfrm>
          <a:custGeom>
            <a:avLst/>
            <a:gdLst/>
            <a:ahLst/>
            <a:cxnLst/>
            <a:rect l="l" t="t" r="r" b="b"/>
            <a:pathLst>
              <a:path w="13716" h="6425429">
                <a:moveTo>
                  <a:pt x="0" y="0"/>
                </a:moveTo>
                <a:lnTo>
                  <a:pt x="13716" y="13717"/>
                </a:lnTo>
                <a:lnTo>
                  <a:pt x="13716" y="6411713"/>
                </a:lnTo>
                <a:lnTo>
                  <a:pt x="0" y="6425429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0" name="Rectangle 97"/>
          <p:cNvSpPr/>
          <p:nvPr/>
        </p:nvSpPr>
        <p:spPr>
          <a:xfrm rot="2700000">
            <a:off x="10334491" y="110221"/>
            <a:ext cx="13717" cy="5232981"/>
          </a:xfrm>
          <a:custGeom>
            <a:avLst/>
            <a:gdLst/>
            <a:ahLst/>
            <a:cxnLst/>
            <a:rect l="l" t="t" r="r" b="b"/>
            <a:pathLst>
              <a:path w="13717" h="5232981">
                <a:moveTo>
                  <a:pt x="0" y="0"/>
                </a:moveTo>
                <a:lnTo>
                  <a:pt x="13717" y="13716"/>
                </a:lnTo>
                <a:lnTo>
                  <a:pt x="13717" y="5219264"/>
                </a:lnTo>
                <a:lnTo>
                  <a:pt x="1" y="5232981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1" name="Rectangle 98"/>
          <p:cNvSpPr/>
          <p:nvPr/>
        </p:nvSpPr>
        <p:spPr>
          <a:xfrm rot="2700000">
            <a:off x="10756084" y="1128037"/>
            <a:ext cx="13716" cy="4040537"/>
          </a:xfrm>
          <a:custGeom>
            <a:avLst/>
            <a:gdLst/>
            <a:ahLst/>
            <a:cxnLst/>
            <a:rect l="l" t="t" r="r" b="b"/>
            <a:pathLst>
              <a:path w="13716" h="4040537">
                <a:moveTo>
                  <a:pt x="0" y="0"/>
                </a:moveTo>
                <a:lnTo>
                  <a:pt x="13716" y="13716"/>
                </a:lnTo>
                <a:lnTo>
                  <a:pt x="13715" y="4026822"/>
                </a:lnTo>
                <a:lnTo>
                  <a:pt x="1" y="4040537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2" name="Rectangle 99"/>
          <p:cNvSpPr/>
          <p:nvPr/>
        </p:nvSpPr>
        <p:spPr>
          <a:xfrm rot="2700000">
            <a:off x="11177678" y="2145853"/>
            <a:ext cx="13716" cy="2848091"/>
          </a:xfrm>
          <a:custGeom>
            <a:avLst/>
            <a:gdLst/>
            <a:ahLst/>
            <a:cxnLst/>
            <a:rect l="l" t="t" r="r" b="b"/>
            <a:pathLst>
              <a:path w="13716" h="2848091">
                <a:moveTo>
                  <a:pt x="0" y="0"/>
                </a:moveTo>
                <a:lnTo>
                  <a:pt x="13716" y="13716"/>
                </a:lnTo>
                <a:lnTo>
                  <a:pt x="13715" y="2834375"/>
                </a:lnTo>
                <a:lnTo>
                  <a:pt x="0" y="2848091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3" name="Rectangle 100"/>
          <p:cNvSpPr/>
          <p:nvPr/>
        </p:nvSpPr>
        <p:spPr>
          <a:xfrm rot="2700000">
            <a:off x="11599272" y="3163669"/>
            <a:ext cx="13715" cy="1655644"/>
          </a:xfrm>
          <a:custGeom>
            <a:avLst/>
            <a:gdLst/>
            <a:ahLst/>
            <a:cxnLst/>
            <a:rect l="l" t="t" r="r" b="b"/>
            <a:pathLst>
              <a:path w="13715" h="1655644">
                <a:moveTo>
                  <a:pt x="0" y="0"/>
                </a:moveTo>
                <a:lnTo>
                  <a:pt x="13715" y="13716"/>
                </a:lnTo>
                <a:lnTo>
                  <a:pt x="13715" y="1641929"/>
                </a:lnTo>
                <a:lnTo>
                  <a:pt x="0" y="1655644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4" name="Rectangle 101"/>
          <p:cNvSpPr/>
          <p:nvPr/>
        </p:nvSpPr>
        <p:spPr>
          <a:xfrm rot="2700000">
            <a:off x="12020868" y="4181493"/>
            <a:ext cx="13715" cy="463189"/>
          </a:xfrm>
          <a:custGeom>
            <a:avLst/>
            <a:gdLst/>
            <a:ahLst/>
            <a:cxnLst/>
            <a:rect l="l" t="t" r="r" b="b"/>
            <a:pathLst>
              <a:path w="13715" h="463189">
                <a:moveTo>
                  <a:pt x="1" y="0"/>
                </a:moveTo>
                <a:lnTo>
                  <a:pt x="13715" y="13716"/>
                </a:lnTo>
                <a:lnTo>
                  <a:pt x="13715" y="449474"/>
                </a:lnTo>
                <a:lnTo>
                  <a:pt x="0" y="463189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5" name="Rectangle 102"/>
          <p:cNvSpPr/>
          <p:nvPr/>
        </p:nvSpPr>
        <p:spPr>
          <a:xfrm rot="2700000">
            <a:off x="203277" y="-93899"/>
            <a:ext cx="13716" cy="608068"/>
          </a:xfrm>
          <a:custGeom>
            <a:avLst/>
            <a:gdLst/>
            <a:ahLst/>
            <a:cxnLst/>
            <a:rect l="l" t="t" r="r" b="b"/>
            <a:pathLst>
              <a:path w="13716" h="608068">
                <a:moveTo>
                  <a:pt x="0" y="13716"/>
                </a:moveTo>
                <a:lnTo>
                  <a:pt x="13716" y="0"/>
                </a:lnTo>
                <a:lnTo>
                  <a:pt x="13716" y="608068"/>
                </a:lnTo>
                <a:lnTo>
                  <a:pt x="0" y="59435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6" name="Rectangle 103"/>
          <p:cNvSpPr/>
          <p:nvPr/>
        </p:nvSpPr>
        <p:spPr>
          <a:xfrm rot="2700000">
            <a:off x="624870" y="-268529"/>
            <a:ext cx="13716" cy="1800514"/>
          </a:xfrm>
          <a:custGeom>
            <a:avLst/>
            <a:gdLst/>
            <a:ahLst/>
            <a:cxnLst/>
            <a:rect l="l" t="t" r="r" b="b"/>
            <a:pathLst>
              <a:path w="13716" h="1800514">
                <a:moveTo>
                  <a:pt x="0" y="13716"/>
                </a:moveTo>
                <a:lnTo>
                  <a:pt x="13716" y="0"/>
                </a:lnTo>
                <a:lnTo>
                  <a:pt x="13716" y="1800514"/>
                </a:lnTo>
                <a:lnTo>
                  <a:pt x="0" y="1786798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7" name="Rectangle 104"/>
          <p:cNvSpPr/>
          <p:nvPr/>
        </p:nvSpPr>
        <p:spPr>
          <a:xfrm rot="2700000">
            <a:off x="1046463" y="-443158"/>
            <a:ext cx="13716" cy="2992958"/>
          </a:xfrm>
          <a:custGeom>
            <a:avLst/>
            <a:gdLst/>
            <a:ahLst/>
            <a:cxnLst/>
            <a:rect l="l" t="t" r="r" b="b"/>
            <a:pathLst>
              <a:path w="13716" h="2992958">
                <a:moveTo>
                  <a:pt x="0" y="13716"/>
                </a:moveTo>
                <a:lnTo>
                  <a:pt x="13716" y="0"/>
                </a:lnTo>
                <a:lnTo>
                  <a:pt x="13716" y="2992958"/>
                </a:lnTo>
                <a:lnTo>
                  <a:pt x="0" y="297924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8" name="Rectangle 105"/>
          <p:cNvSpPr/>
          <p:nvPr/>
        </p:nvSpPr>
        <p:spPr>
          <a:xfrm rot="2700000">
            <a:off x="1468056" y="-617788"/>
            <a:ext cx="13716" cy="4185404"/>
          </a:xfrm>
          <a:custGeom>
            <a:avLst/>
            <a:gdLst/>
            <a:ahLst/>
            <a:cxnLst/>
            <a:rect l="l" t="t" r="r" b="b"/>
            <a:pathLst>
              <a:path w="13716" h="4185404">
                <a:moveTo>
                  <a:pt x="0" y="13716"/>
                </a:moveTo>
                <a:lnTo>
                  <a:pt x="13716" y="0"/>
                </a:lnTo>
                <a:lnTo>
                  <a:pt x="13716" y="4185404"/>
                </a:lnTo>
                <a:lnTo>
                  <a:pt x="0" y="4171688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89" name="Rectangle 106"/>
          <p:cNvSpPr/>
          <p:nvPr/>
        </p:nvSpPr>
        <p:spPr>
          <a:xfrm rot="2700000">
            <a:off x="1889649" y="-792416"/>
            <a:ext cx="13716" cy="5377849"/>
          </a:xfrm>
          <a:custGeom>
            <a:avLst/>
            <a:gdLst/>
            <a:ahLst/>
            <a:cxnLst/>
            <a:rect l="l" t="t" r="r" b="b"/>
            <a:pathLst>
              <a:path w="13716" h="5377849">
                <a:moveTo>
                  <a:pt x="0" y="13716"/>
                </a:moveTo>
                <a:lnTo>
                  <a:pt x="13716" y="0"/>
                </a:lnTo>
                <a:lnTo>
                  <a:pt x="13716" y="5377849"/>
                </a:lnTo>
                <a:lnTo>
                  <a:pt x="0" y="5364133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0" name="Rectangle 148"/>
          <p:cNvSpPr/>
          <p:nvPr/>
        </p:nvSpPr>
        <p:spPr>
          <a:xfrm rot="18900000" flipV="1">
            <a:off x="2070569" y="-450209"/>
            <a:ext cx="13716" cy="5889566"/>
          </a:xfrm>
          <a:custGeom>
            <a:avLst/>
            <a:gdLst/>
            <a:ahLst/>
            <a:cxnLst/>
            <a:rect l="l" t="t" r="r" b="b"/>
            <a:pathLst>
              <a:path w="13716" h="5889566">
                <a:moveTo>
                  <a:pt x="13716" y="5889566"/>
                </a:moveTo>
                <a:lnTo>
                  <a:pt x="13716" y="0"/>
                </a:lnTo>
                <a:lnTo>
                  <a:pt x="0" y="13716"/>
                </a:lnTo>
                <a:lnTo>
                  <a:pt x="0" y="587585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1" name="Rectangle 323"/>
          <p:cNvSpPr/>
          <p:nvPr/>
        </p:nvSpPr>
        <p:spPr>
          <a:xfrm rot="18900000" flipV="1">
            <a:off x="1648976" y="567610"/>
            <a:ext cx="13716" cy="4697119"/>
          </a:xfrm>
          <a:custGeom>
            <a:avLst/>
            <a:gdLst/>
            <a:ahLst/>
            <a:cxnLst/>
            <a:rect l="l" t="t" r="r" b="b"/>
            <a:pathLst>
              <a:path w="13716" h="4697119">
                <a:moveTo>
                  <a:pt x="13716" y="4697119"/>
                </a:moveTo>
                <a:lnTo>
                  <a:pt x="13716" y="0"/>
                </a:lnTo>
                <a:lnTo>
                  <a:pt x="0" y="13716"/>
                </a:lnTo>
                <a:lnTo>
                  <a:pt x="0" y="4683403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2" name="Rectangle 324"/>
          <p:cNvSpPr/>
          <p:nvPr/>
        </p:nvSpPr>
        <p:spPr>
          <a:xfrm rot="18900000" flipV="1">
            <a:off x="1227383" y="1585424"/>
            <a:ext cx="13716" cy="3504674"/>
          </a:xfrm>
          <a:custGeom>
            <a:avLst/>
            <a:gdLst/>
            <a:ahLst/>
            <a:cxnLst/>
            <a:rect l="l" t="t" r="r" b="b"/>
            <a:pathLst>
              <a:path w="13716" h="3504674">
                <a:moveTo>
                  <a:pt x="13716" y="3504674"/>
                </a:moveTo>
                <a:lnTo>
                  <a:pt x="13716" y="0"/>
                </a:lnTo>
                <a:lnTo>
                  <a:pt x="0" y="13716"/>
                </a:lnTo>
                <a:lnTo>
                  <a:pt x="0" y="3490958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3" name="Rectangle 325"/>
          <p:cNvSpPr/>
          <p:nvPr/>
        </p:nvSpPr>
        <p:spPr>
          <a:xfrm rot="18900000" flipV="1">
            <a:off x="805790" y="2603242"/>
            <a:ext cx="13716" cy="2312226"/>
          </a:xfrm>
          <a:custGeom>
            <a:avLst/>
            <a:gdLst/>
            <a:ahLst/>
            <a:cxnLst/>
            <a:rect l="l" t="t" r="r" b="b"/>
            <a:pathLst>
              <a:path w="13716" h="2312226">
                <a:moveTo>
                  <a:pt x="13716" y="2312226"/>
                </a:moveTo>
                <a:lnTo>
                  <a:pt x="13716" y="0"/>
                </a:lnTo>
                <a:lnTo>
                  <a:pt x="0" y="13716"/>
                </a:lnTo>
                <a:lnTo>
                  <a:pt x="0" y="229851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4" name="Rectangle 326"/>
          <p:cNvSpPr/>
          <p:nvPr/>
        </p:nvSpPr>
        <p:spPr>
          <a:xfrm rot="18900000" flipV="1">
            <a:off x="384198" y="3621057"/>
            <a:ext cx="13716" cy="1119782"/>
          </a:xfrm>
          <a:custGeom>
            <a:avLst/>
            <a:gdLst/>
            <a:ahLst/>
            <a:cxnLst/>
            <a:rect l="l" t="t" r="r" b="b"/>
            <a:pathLst>
              <a:path w="13716" h="1119782">
                <a:moveTo>
                  <a:pt x="13716" y="1119782"/>
                </a:moveTo>
                <a:lnTo>
                  <a:pt x="13716" y="0"/>
                </a:lnTo>
                <a:lnTo>
                  <a:pt x="0" y="13716"/>
                </a:lnTo>
                <a:lnTo>
                  <a:pt x="0" y="110606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5" name="Rectangle 371"/>
          <p:cNvSpPr/>
          <p:nvPr/>
        </p:nvSpPr>
        <p:spPr>
          <a:xfrm rot="18900000" flipV="1">
            <a:off x="2705180" y="-953749"/>
            <a:ext cx="13716" cy="6479500"/>
          </a:xfrm>
          <a:custGeom>
            <a:avLst/>
            <a:gdLst/>
            <a:ahLst/>
            <a:cxnLst/>
            <a:rect l="l" t="t" r="r" b="b"/>
            <a:pathLst>
              <a:path w="13716" h="6479500">
                <a:moveTo>
                  <a:pt x="0" y="6479500"/>
                </a:moveTo>
                <a:lnTo>
                  <a:pt x="13716" y="646578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6" name="Rectangle 373"/>
          <p:cNvSpPr/>
          <p:nvPr/>
        </p:nvSpPr>
        <p:spPr>
          <a:xfrm rot="18900000" flipV="1">
            <a:off x="4391552" y="-953749"/>
            <a:ext cx="13716" cy="6479500"/>
          </a:xfrm>
          <a:custGeom>
            <a:avLst/>
            <a:gdLst/>
            <a:ahLst/>
            <a:cxnLst/>
            <a:rect l="l" t="t" r="r" b="b"/>
            <a:pathLst>
              <a:path w="13716" h="6479500">
                <a:moveTo>
                  <a:pt x="0" y="6479500"/>
                </a:moveTo>
                <a:lnTo>
                  <a:pt x="13716" y="6465784"/>
                </a:lnTo>
                <a:lnTo>
                  <a:pt x="13716" y="0"/>
                </a:lnTo>
                <a:lnTo>
                  <a:pt x="0" y="13715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7" name="Rectangle 375"/>
          <p:cNvSpPr/>
          <p:nvPr/>
        </p:nvSpPr>
        <p:spPr>
          <a:xfrm rot="18900000" flipV="1">
            <a:off x="6077925" y="-953749"/>
            <a:ext cx="13716" cy="6479501"/>
          </a:xfrm>
          <a:custGeom>
            <a:avLst/>
            <a:gdLst/>
            <a:ahLst/>
            <a:cxnLst/>
            <a:rect l="l" t="t" r="r" b="b"/>
            <a:pathLst>
              <a:path w="13716" h="6479501">
                <a:moveTo>
                  <a:pt x="0" y="6479501"/>
                </a:moveTo>
                <a:lnTo>
                  <a:pt x="13716" y="6465785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8" name="Rectangle 376"/>
          <p:cNvSpPr/>
          <p:nvPr/>
        </p:nvSpPr>
        <p:spPr>
          <a:xfrm rot="18900000" flipV="1">
            <a:off x="6916261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13716" y="6479504"/>
                </a:moveTo>
                <a:lnTo>
                  <a:pt x="13716" y="0"/>
                </a:lnTo>
                <a:lnTo>
                  <a:pt x="0" y="13717"/>
                </a:lnTo>
                <a:lnTo>
                  <a:pt x="0" y="6493219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99" name="Rectangle 377"/>
          <p:cNvSpPr/>
          <p:nvPr/>
        </p:nvSpPr>
        <p:spPr>
          <a:xfrm rot="18900000" flipV="1">
            <a:off x="7759447" y="-965458"/>
            <a:ext cx="13717" cy="6493219"/>
          </a:xfrm>
          <a:custGeom>
            <a:avLst/>
            <a:gdLst/>
            <a:ahLst/>
            <a:cxnLst/>
            <a:rect l="l" t="t" r="r" b="b"/>
            <a:pathLst>
              <a:path w="13717" h="6493219">
                <a:moveTo>
                  <a:pt x="0" y="6493219"/>
                </a:moveTo>
                <a:lnTo>
                  <a:pt x="13716" y="6479502"/>
                </a:lnTo>
                <a:lnTo>
                  <a:pt x="13717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0" name="Rectangle 378"/>
          <p:cNvSpPr/>
          <p:nvPr/>
        </p:nvSpPr>
        <p:spPr>
          <a:xfrm rot="18900000" flipV="1">
            <a:off x="8602633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13716" y="6479504"/>
                </a:moveTo>
                <a:lnTo>
                  <a:pt x="13716" y="0"/>
                </a:lnTo>
                <a:lnTo>
                  <a:pt x="0" y="13716"/>
                </a:lnTo>
                <a:lnTo>
                  <a:pt x="0" y="6493219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1" name="Rectangle 138"/>
          <p:cNvSpPr/>
          <p:nvPr/>
        </p:nvSpPr>
        <p:spPr>
          <a:xfrm rot="18900000" flipV="1">
            <a:off x="10088968" y="-882602"/>
            <a:ext cx="13716" cy="5927431"/>
          </a:xfrm>
          <a:custGeom>
            <a:avLst/>
            <a:gdLst/>
            <a:ahLst/>
            <a:cxnLst/>
            <a:rect l="l" t="t" r="r" b="b"/>
            <a:pathLst>
              <a:path w="13716" h="5927431">
                <a:moveTo>
                  <a:pt x="0" y="5927431"/>
                </a:moveTo>
                <a:lnTo>
                  <a:pt x="13715" y="5913716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2" name="Rectangle 139"/>
          <p:cNvSpPr/>
          <p:nvPr/>
        </p:nvSpPr>
        <p:spPr>
          <a:xfrm rot="18900000" flipV="1">
            <a:off x="10510562" y="-707971"/>
            <a:ext cx="13716" cy="4734985"/>
          </a:xfrm>
          <a:custGeom>
            <a:avLst/>
            <a:gdLst/>
            <a:ahLst/>
            <a:cxnLst/>
            <a:rect l="l" t="t" r="r" b="b"/>
            <a:pathLst>
              <a:path w="13716" h="4734985">
                <a:moveTo>
                  <a:pt x="0" y="4734985"/>
                </a:moveTo>
                <a:lnTo>
                  <a:pt x="13715" y="4721270"/>
                </a:lnTo>
                <a:lnTo>
                  <a:pt x="13716" y="1371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3" name="Rectangle 140"/>
          <p:cNvSpPr/>
          <p:nvPr/>
        </p:nvSpPr>
        <p:spPr>
          <a:xfrm rot="18900000" flipV="1">
            <a:off x="10932155" y="-533342"/>
            <a:ext cx="13716" cy="3542540"/>
          </a:xfrm>
          <a:custGeom>
            <a:avLst/>
            <a:gdLst/>
            <a:ahLst/>
            <a:cxnLst/>
            <a:rect l="l" t="t" r="r" b="b"/>
            <a:pathLst>
              <a:path w="13716" h="3542540">
                <a:moveTo>
                  <a:pt x="0" y="3542540"/>
                </a:moveTo>
                <a:lnTo>
                  <a:pt x="13715" y="3528825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4" name="Rectangle 141"/>
          <p:cNvSpPr/>
          <p:nvPr/>
        </p:nvSpPr>
        <p:spPr>
          <a:xfrm rot="18900000" flipV="1">
            <a:off x="11353748" y="-358712"/>
            <a:ext cx="13716" cy="2350095"/>
          </a:xfrm>
          <a:custGeom>
            <a:avLst/>
            <a:gdLst/>
            <a:ahLst/>
            <a:cxnLst/>
            <a:rect l="l" t="t" r="r" b="b"/>
            <a:pathLst>
              <a:path w="13716" h="2350095">
                <a:moveTo>
                  <a:pt x="0" y="2350095"/>
                </a:moveTo>
                <a:lnTo>
                  <a:pt x="13715" y="2336380"/>
                </a:lnTo>
                <a:lnTo>
                  <a:pt x="13716" y="1371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5" name="Rectangle 142"/>
          <p:cNvSpPr/>
          <p:nvPr/>
        </p:nvSpPr>
        <p:spPr>
          <a:xfrm rot="18900000" flipV="1">
            <a:off x="11775341" y="-184083"/>
            <a:ext cx="13716" cy="1157650"/>
          </a:xfrm>
          <a:custGeom>
            <a:avLst/>
            <a:gdLst/>
            <a:ahLst/>
            <a:cxnLst/>
            <a:rect l="l" t="t" r="r" b="b"/>
            <a:pathLst>
              <a:path w="13716" h="1157650">
                <a:moveTo>
                  <a:pt x="0" y="1157650"/>
                </a:moveTo>
                <a:lnTo>
                  <a:pt x="13716" y="1143934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6" name="Rectangle 372"/>
          <p:cNvSpPr/>
          <p:nvPr/>
        </p:nvSpPr>
        <p:spPr>
          <a:xfrm rot="18900000" flipV="1">
            <a:off x="3543517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0" y="6493219"/>
                </a:moveTo>
                <a:lnTo>
                  <a:pt x="13716" y="6479503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7" name="Rectangle 374"/>
          <p:cNvSpPr/>
          <p:nvPr/>
        </p:nvSpPr>
        <p:spPr>
          <a:xfrm rot="18900000" flipV="1">
            <a:off x="5229889" y="-965458"/>
            <a:ext cx="13716" cy="6493220"/>
          </a:xfrm>
          <a:custGeom>
            <a:avLst/>
            <a:gdLst/>
            <a:ahLst/>
            <a:cxnLst/>
            <a:rect l="l" t="t" r="r" b="b"/>
            <a:pathLst>
              <a:path w="13716" h="6493220">
                <a:moveTo>
                  <a:pt x="0" y="6493220"/>
                </a:moveTo>
                <a:lnTo>
                  <a:pt x="13716" y="647950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8" name="Teardrop 3"/>
          <p:cNvSpPr/>
          <p:nvPr/>
        </p:nvSpPr>
        <p:spPr>
          <a:xfrm rot="5400000" flipH="1" flipV="1">
            <a:off x="64427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09" name="Oval 1608"/>
          <p:cNvSpPr/>
          <p:nvPr/>
        </p:nvSpPr>
        <p:spPr>
          <a:xfrm>
            <a:off x="71204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10" name="Teardrop 3"/>
          <p:cNvSpPr/>
          <p:nvPr/>
        </p:nvSpPr>
        <p:spPr>
          <a:xfrm rot="5400000" flipH="1" flipV="1">
            <a:off x="-148774" y="258315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1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6" y="223846"/>
                </a:cubicBezTo>
                <a:lnTo>
                  <a:pt x="221347" y="232509"/>
                </a:lnTo>
                <a:cubicBezTo>
                  <a:pt x="224389" y="249009"/>
                  <a:pt x="232545" y="264623"/>
                  <a:pt x="245300" y="277378"/>
                </a:cubicBezTo>
                <a:cubicBezTo>
                  <a:pt x="262207" y="294285"/>
                  <a:pt x="284136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0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39" y="207247"/>
                  <a:pt x="61434" y="182497"/>
                  <a:pt x="61434" y="155247"/>
                </a:cubicBezTo>
                <a:cubicBezTo>
                  <a:pt x="61434" y="136673"/>
                  <a:pt x="66407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89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1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4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6" y="0"/>
                </a:lnTo>
                <a:cubicBezTo>
                  <a:pt x="219687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8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8" y="30964"/>
                  <a:pt x="601147" y="8808"/>
                </a:cubicBezTo>
                <a:lnTo>
                  <a:pt x="515981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1" name="Oval 1610"/>
          <p:cNvSpPr/>
          <p:nvPr/>
        </p:nvSpPr>
        <p:spPr>
          <a:xfrm>
            <a:off x="3774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12" name="Teardrop 3"/>
          <p:cNvSpPr/>
          <p:nvPr/>
        </p:nvSpPr>
        <p:spPr>
          <a:xfrm rot="5400000" flipH="1" flipV="1">
            <a:off x="13875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3" name="Teardrop 3"/>
          <p:cNvSpPr/>
          <p:nvPr/>
        </p:nvSpPr>
        <p:spPr>
          <a:xfrm rot="5400000" flipH="1" flipV="1">
            <a:off x="22300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4" name="Teardrop 3"/>
          <p:cNvSpPr/>
          <p:nvPr/>
        </p:nvSpPr>
        <p:spPr>
          <a:xfrm rot="5400000" flipH="1" flipV="1">
            <a:off x="307261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5" name="Teardrop 3"/>
          <p:cNvSpPr/>
          <p:nvPr/>
        </p:nvSpPr>
        <p:spPr>
          <a:xfrm rot="5400000" flipH="1" flipV="1">
            <a:off x="391515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6" name="Teardrop 3"/>
          <p:cNvSpPr/>
          <p:nvPr/>
        </p:nvSpPr>
        <p:spPr>
          <a:xfrm rot="5400000" flipH="1" flipV="1">
            <a:off x="47576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7" name="Teardrop 3"/>
          <p:cNvSpPr/>
          <p:nvPr/>
        </p:nvSpPr>
        <p:spPr>
          <a:xfrm rot="5400000" flipH="1" flipV="1">
            <a:off x="56002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18" name="Oval 1617"/>
          <p:cNvSpPr/>
          <p:nvPr/>
        </p:nvSpPr>
        <p:spPr>
          <a:xfrm>
            <a:off x="12203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19" name="Oval 1618"/>
          <p:cNvSpPr/>
          <p:nvPr/>
        </p:nvSpPr>
        <p:spPr>
          <a:xfrm>
            <a:off x="20632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0" name="Oval 1619"/>
          <p:cNvSpPr/>
          <p:nvPr/>
        </p:nvSpPr>
        <p:spPr>
          <a:xfrm>
            <a:off x="29060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1" name="Oval 1620"/>
          <p:cNvSpPr/>
          <p:nvPr/>
        </p:nvSpPr>
        <p:spPr>
          <a:xfrm>
            <a:off x="374897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2" name="Oval 1621"/>
          <p:cNvSpPr/>
          <p:nvPr/>
        </p:nvSpPr>
        <p:spPr>
          <a:xfrm>
            <a:off x="45918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3" name="Oval 1622"/>
          <p:cNvSpPr/>
          <p:nvPr/>
        </p:nvSpPr>
        <p:spPr>
          <a:xfrm>
            <a:off x="54347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4" name="Oval 1623"/>
          <p:cNvSpPr/>
          <p:nvPr/>
        </p:nvSpPr>
        <p:spPr>
          <a:xfrm>
            <a:off x="62776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5" name="Teardrop 3"/>
          <p:cNvSpPr/>
          <p:nvPr/>
        </p:nvSpPr>
        <p:spPr>
          <a:xfrm rot="5400000" flipH="1" flipV="1">
            <a:off x="812785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26" name="Oval 1625"/>
          <p:cNvSpPr/>
          <p:nvPr/>
        </p:nvSpPr>
        <p:spPr>
          <a:xfrm>
            <a:off x="88062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7" name="Teardrop 3"/>
          <p:cNvSpPr/>
          <p:nvPr/>
        </p:nvSpPr>
        <p:spPr>
          <a:xfrm rot="5400000" flipH="1" flipV="1">
            <a:off x="728531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28" name="Oval 1627"/>
          <p:cNvSpPr/>
          <p:nvPr/>
        </p:nvSpPr>
        <p:spPr>
          <a:xfrm>
            <a:off x="796337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29" name="Teardrop 3"/>
          <p:cNvSpPr/>
          <p:nvPr/>
        </p:nvSpPr>
        <p:spPr>
          <a:xfrm rot="5400000" flipH="1" flipV="1">
            <a:off x="98129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0" name="Oval 1629"/>
          <p:cNvSpPr/>
          <p:nvPr/>
        </p:nvSpPr>
        <p:spPr>
          <a:xfrm>
            <a:off x="104920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31" name="Teardrop 3"/>
          <p:cNvSpPr/>
          <p:nvPr/>
        </p:nvSpPr>
        <p:spPr>
          <a:xfrm rot="5400000" flipH="1" flipV="1">
            <a:off x="89703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2" name="Oval 1631"/>
          <p:cNvSpPr/>
          <p:nvPr/>
        </p:nvSpPr>
        <p:spPr>
          <a:xfrm>
            <a:off x="96491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33" name="Teardrop 3"/>
          <p:cNvSpPr/>
          <p:nvPr/>
        </p:nvSpPr>
        <p:spPr>
          <a:xfrm rot="5400000" flipH="1" flipV="1">
            <a:off x="11498011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4" name="Teardrop 3"/>
          <p:cNvSpPr/>
          <p:nvPr/>
        </p:nvSpPr>
        <p:spPr>
          <a:xfrm rot="5400000" flipH="1" flipV="1">
            <a:off x="106554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5" name="Oval 1634"/>
          <p:cNvSpPr/>
          <p:nvPr/>
        </p:nvSpPr>
        <p:spPr>
          <a:xfrm>
            <a:off x="113348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636" name="Teardrop 3"/>
          <p:cNvSpPr/>
          <p:nvPr/>
        </p:nvSpPr>
        <p:spPr>
          <a:xfrm rot="5400000" flipH="1" flipV="1">
            <a:off x="5449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7" name="Oval 1636"/>
          <p:cNvSpPr/>
          <p:nvPr/>
        </p:nvSpPr>
        <p:spPr>
          <a:xfrm>
            <a:off x="66645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8" name="Oval 167"/>
          <p:cNvSpPr/>
          <p:nvPr/>
        </p:nvSpPr>
        <p:spPr>
          <a:xfrm>
            <a:off x="0" y="331699"/>
            <a:ext cx="93942" cy="4240302"/>
          </a:xfrm>
          <a:custGeom>
            <a:avLst/>
            <a:gdLst/>
            <a:ahLst/>
            <a:cxnLst/>
            <a:rect l="l" t="t" r="r" b="b"/>
            <a:pathLst>
              <a:path w="93942" h="4240302">
                <a:moveTo>
                  <a:pt x="9066" y="4229620"/>
                </a:moveTo>
                <a:cubicBezTo>
                  <a:pt x="23324" y="4229620"/>
                  <a:pt x="36761" y="4233136"/>
                  <a:pt x="48054" y="4240302"/>
                </a:cubicBezTo>
                <a:lnTo>
                  <a:pt x="0" y="4240302"/>
                </a:lnTo>
                <a:lnTo>
                  <a:pt x="0" y="4231451"/>
                </a:lnTo>
                <a:cubicBezTo>
                  <a:pt x="2881" y="4229788"/>
                  <a:pt x="5954" y="4229620"/>
                  <a:pt x="9066" y="4229620"/>
                </a:cubicBezTo>
                <a:close/>
                <a:moveTo>
                  <a:pt x="9066" y="3380947"/>
                </a:moveTo>
                <a:cubicBezTo>
                  <a:pt x="55942" y="3380947"/>
                  <a:pt x="93942" y="3418947"/>
                  <a:pt x="93942" y="3465822"/>
                </a:cubicBezTo>
                <a:cubicBezTo>
                  <a:pt x="93942" y="3512697"/>
                  <a:pt x="55942" y="3550697"/>
                  <a:pt x="9066" y="3550697"/>
                </a:cubicBezTo>
                <a:lnTo>
                  <a:pt x="0" y="3548867"/>
                </a:lnTo>
                <a:lnTo>
                  <a:pt x="0" y="3382777"/>
                </a:lnTo>
                <a:cubicBezTo>
                  <a:pt x="2881" y="3381115"/>
                  <a:pt x="5954" y="3380947"/>
                  <a:pt x="9066" y="3380947"/>
                </a:cubicBezTo>
                <a:close/>
                <a:moveTo>
                  <a:pt x="9066" y="2536768"/>
                </a:moveTo>
                <a:cubicBezTo>
                  <a:pt x="55942" y="2536768"/>
                  <a:pt x="93942" y="2574768"/>
                  <a:pt x="93942" y="2621643"/>
                </a:cubicBezTo>
                <a:cubicBezTo>
                  <a:pt x="93942" y="2668518"/>
                  <a:pt x="55942" y="2706518"/>
                  <a:pt x="9066" y="2706518"/>
                </a:cubicBezTo>
                <a:lnTo>
                  <a:pt x="0" y="2704688"/>
                </a:lnTo>
                <a:lnTo>
                  <a:pt x="0" y="2538598"/>
                </a:lnTo>
                <a:cubicBezTo>
                  <a:pt x="2881" y="2536936"/>
                  <a:pt x="5954" y="2536768"/>
                  <a:pt x="9066" y="2536768"/>
                </a:cubicBezTo>
                <a:close/>
                <a:moveTo>
                  <a:pt x="9066" y="1688095"/>
                </a:moveTo>
                <a:cubicBezTo>
                  <a:pt x="55942" y="1688095"/>
                  <a:pt x="93942" y="1726095"/>
                  <a:pt x="93942" y="1772970"/>
                </a:cubicBezTo>
                <a:cubicBezTo>
                  <a:pt x="93942" y="1819845"/>
                  <a:pt x="55942" y="1857845"/>
                  <a:pt x="9066" y="1857845"/>
                </a:cubicBezTo>
                <a:lnTo>
                  <a:pt x="0" y="1856015"/>
                </a:lnTo>
                <a:lnTo>
                  <a:pt x="0" y="1689925"/>
                </a:lnTo>
                <a:cubicBezTo>
                  <a:pt x="2881" y="1688263"/>
                  <a:pt x="5954" y="1688095"/>
                  <a:pt x="9066" y="1688095"/>
                </a:cubicBezTo>
                <a:close/>
                <a:moveTo>
                  <a:pt x="9066" y="845498"/>
                </a:moveTo>
                <a:cubicBezTo>
                  <a:pt x="55942" y="845498"/>
                  <a:pt x="93942" y="883498"/>
                  <a:pt x="93942" y="930373"/>
                </a:cubicBezTo>
                <a:cubicBezTo>
                  <a:pt x="93942" y="977248"/>
                  <a:pt x="55942" y="1015248"/>
                  <a:pt x="9066" y="1015248"/>
                </a:cubicBezTo>
                <a:lnTo>
                  <a:pt x="0" y="1013418"/>
                </a:lnTo>
                <a:lnTo>
                  <a:pt x="0" y="847328"/>
                </a:lnTo>
                <a:cubicBezTo>
                  <a:pt x="2881" y="845666"/>
                  <a:pt x="5954" y="845498"/>
                  <a:pt x="9066" y="845498"/>
                </a:cubicBezTo>
                <a:close/>
                <a:moveTo>
                  <a:pt x="9066" y="0"/>
                </a:moveTo>
                <a:cubicBezTo>
                  <a:pt x="55942" y="0"/>
                  <a:pt x="93942" y="38000"/>
                  <a:pt x="93942" y="84875"/>
                </a:cubicBezTo>
                <a:cubicBezTo>
                  <a:pt x="93942" y="131750"/>
                  <a:pt x="55942" y="169750"/>
                  <a:pt x="9066" y="169750"/>
                </a:cubicBezTo>
                <a:lnTo>
                  <a:pt x="0" y="167920"/>
                </a:lnTo>
                <a:lnTo>
                  <a:pt x="0" y="1830"/>
                </a:lnTo>
                <a:cubicBezTo>
                  <a:pt x="2881" y="167"/>
                  <a:pt x="5954" y="0"/>
                  <a:pt x="906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39" name="Oval 1638"/>
          <p:cNvSpPr/>
          <p:nvPr/>
        </p:nvSpPr>
        <p:spPr>
          <a:xfrm>
            <a:off x="7667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0" name="Oval 1639"/>
          <p:cNvSpPr/>
          <p:nvPr/>
        </p:nvSpPr>
        <p:spPr>
          <a:xfrm>
            <a:off x="16092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1" name="Oval 1640"/>
          <p:cNvSpPr/>
          <p:nvPr/>
        </p:nvSpPr>
        <p:spPr>
          <a:xfrm>
            <a:off x="24518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2" name="Oval 1641"/>
          <p:cNvSpPr/>
          <p:nvPr/>
        </p:nvSpPr>
        <p:spPr>
          <a:xfrm>
            <a:off x="329435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3" name="Oval 1642"/>
          <p:cNvSpPr/>
          <p:nvPr/>
        </p:nvSpPr>
        <p:spPr>
          <a:xfrm>
            <a:off x="413689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4" name="Oval 1643"/>
          <p:cNvSpPr/>
          <p:nvPr/>
        </p:nvSpPr>
        <p:spPr>
          <a:xfrm>
            <a:off x="49794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5" name="Oval 1644"/>
          <p:cNvSpPr/>
          <p:nvPr/>
        </p:nvSpPr>
        <p:spPr>
          <a:xfrm>
            <a:off x="58219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6" name="Oval 1645"/>
          <p:cNvSpPr/>
          <p:nvPr/>
        </p:nvSpPr>
        <p:spPr>
          <a:xfrm>
            <a:off x="834959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7" name="Oval 1646"/>
          <p:cNvSpPr/>
          <p:nvPr/>
        </p:nvSpPr>
        <p:spPr>
          <a:xfrm>
            <a:off x="750705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8" name="Oval 1647"/>
          <p:cNvSpPr/>
          <p:nvPr/>
        </p:nvSpPr>
        <p:spPr>
          <a:xfrm>
            <a:off x="100346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49" name="Oval 1648"/>
          <p:cNvSpPr/>
          <p:nvPr/>
        </p:nvSpPr>
        <p:spPr>
          <a:xfrm>
            <a:off x="91921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0" name="Oval 1649"/>
          <p:cNvSpPr/>
          <p:nvPr/>
        </p:nvSpPr>
        <p:spPr>
          <a:xfrm>
            <a:off x="11719750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1" name="Oval 1650"/>
          <p:cNvSpPr/>
          <p:nvPr/>
        </p:nvSpPr>
        <p:spPr>
          <a:xfrm>
            <a:off x="108772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2" name="Teardrop 3"/>
          <p:cNvSpPr/>
          <p:nvPr/>
        </p:nvSpPr>
        <p:spPr>
          <a:xfrm rot="5400000" flipH="1" flipV="1">
            <a:off x="60211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3" name="Teardrop 3"/>
          <p:cNvSpPr/>
          <p:nvPr/>
        </p:nvSpPr>
        <p:spPr>
          <a:xfrm rot="5400000" flipH="1" flipV="1">
            <a:off x="9659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4" name="Teardrop 3"/>
          <p:cNvSpPr/>
          <p:nvPr/>
        </p:nvSpPr>
        <p:spPr>
          <a:xfrm rot="5400000" flipH="1" flipV="1">
            <a:off x="18084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5" name="Teardrop 3"/>
          <p:cNvSpPr/>
          <p:nvPr/>
        </p:nvSpPr>
        <p:spPr>
          <a:xfrm rot="5400000" flipH="1" flipV="1">
            <a:off x="265102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6" name="Teardrop 3"/>
          <p:cNvSpPr/>
          <p:nvPr/>
        </p:nvSpPr>
        <p:spPr>
          <a:xfrm rot="5400000" flipH="1" flipV="1">
            <a:off x="349356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7" name="Teardrop 3"/>
          <p:cNvSpPr/>
          <p:nvPr/>
        </p:nvSpPr>
        <p:spPr>
          <a:xfrm rot="5400000" flipH="1" flipV="1">
            <a:off x="43361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8" name="Teardrop 3"/>
          <p:cNvSpPr/>
          <p:nvPr/>
        </p:nvSpPr>
        <p:spPr>
          <a:xfrm rot="5400000" flipH="1" flipV="1">
            <a:off x="51786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59" name="Teardrop 3"/>
          <p:cNvSpPr/>
          <p:nvPr/>
        </p:nvSpPr>
        <p:spPr>
          <a:xfrm rot="5400000" flipH="1" flipV="1">
            <a:off x="770626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0" name="Teardrop 3"/>
          <p:cNvSpPr/>
          <p:nvPr/>
        </p:nvSpPr>
        <p:spPr>
          <a:xfrm rot="5400000" flipH="1" flipV="1">
            <a:off x="686372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1" name="Teardrop 3"/>
          <p:cNvSpPr/>
          <p:nvPr/>
        </p:nvSpPr>
        <p:spPr>
          <a:xfrm rot="5400000" flipH="1" flipV="1">
            <a:off x="93913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2" name="Teardrop 3"/>
          <p:cNvSpPr/>
          <p:nvPr/>
        </p:nvSpPr>
        <p:spPr>
          <a:xfrm rot="5400000" flipH="1" flipV="1">
            <a:off x="85488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3" name="Teardrop 3"/>
          <p:cNvSpPr/>
          <p:nvPr/>
        </p:nvSpPr>
        <p:spPr>
          <a:xfrm rot="5400000" flipH="1" flipV="1">
            <a:off x="11076421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4" name="Teardrop 3"/>
          <p:cNvSpPr/>
          <p:nvPr/>
        </p:nvSpPr>
        <p:spPr>
          <a:xfrm rot="5400000" flipH="1" flipV="1">
            <a:off x="102338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5" name="Teardrop 3"/>
          <p:cNvSpPr/>
          <p:nvPr/>
        </p:nvSpPr>
        <p:spPr>
          <a:xfrm rot="5400000" flipH="1" flipV="1">
            <a:off x="1234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6" name="Teardrop 3"/>
          <p:cNvSpPr/>
          <p:nvPr/>
        </p:nvSpPr>
        <p:spPr>
          <a:xfrm rot="5400000" flipH="1" flipV="1">
            <a:off x="11760003" y="685578"/>
            <a:ext cx="595780" cy="268215"/>
          </a:xfrm>
          <a:custGeom>
            <a:avLst/>
            <a:gdLst/>
            <a:ahLst/>
            <a:cxnLst/>
            <a:rect l="l" t="t" r="r" b="b"/>
            <a:pathLst>
              <a:path w="595780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1" y="73244"/>
                  <a:pt x="354103" y="113792"/>
                  <a:pt x="354103" y="163811"/>
                </a:cubicBezTo>
                <a:cubicBezTo>
                  <a:pt x="354469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0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0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7" name="Oval 1666"/>
          <p:cNvSpPr/>
          <p:nvPr/>
        </p:nvSpPr>
        <p:spPr>
          <a:xfrm>
            <a:off x="70866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8" name="Oval 1667"/>
          <p:cNvSpPr/>
          <p:nvPr/>
        </p:nvSpPr>
        <p:spPr>
          <a:xfrm>
            <a:off x="3463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69" name="Oval 1668"/>
          <p:cNvSpPr/>
          <p:nvPr/>
        </p:nvSpPr>
        <p:spPr>
          <a:xfrm>
            <a:off x="11888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0" name="Oval 1669"/>
          <p:cNvSpPr/>
          <p:nvPr/>
        </p:nvSpPr>
        <p:spPr>
          <a:xfrm>
            <a:off x="20314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1" name="Oval 1670"/>
          <p:cNvSpPr/>
          <p:nvPr/>
        </p:nvSpPr>
        <p:spPr>
          <a:xfrm>
            <a:off x="28739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2" name="Oval 1671"/>
          <p:cNvSpPr/>
          <p:nvPr/>
        </p:nvSpPr>
        <p:spPr>
          <a:xfrm>
            <a:off x="371649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3" name="Oval 1672"/>
          <p:cNvSpPr/>
          <p:nvPr/>
        </p:nvSpPr>
        <p:spPr>
          <a:xfrm>
            <a:off x="45590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4" name="Oval 1673"/>
          <p:cNvSpPr/>
          <p:nvPr/>
        </p:nvSpPr>
        <p:spPr>
          <a:xfrm>
            <a:off x="54015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5" name="Oval 1674"/>
          <p:cNvSpPr/>
          <p:nvPr/>
        </p:nvSpPr>
        <p:spPr>
          <a:xfrm>
            <a:off x="62441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6" name="Oval 1675"/>
          <p:cNvSpPr/>
          <p:nvPr/>
        </p:nvSpPr>
        <p:spPr>
          <a:xfrm>
            <a:off x="87717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7" name="Oval 1676"/>
          <p:cNvSpPr/>
          <p:nvPr/>
        </p:nvSpPr>
        <p:spPr>
          <a:xfrm>
            <a:off x="792919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8" name="Oval 1677"/>
          <p:cNvSpPr/>
          <p:nvPr/>
        </p:nvSpPr>
        <p:spPr>
          <a:xfrm>
            <a:off x="104568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79" name="Oval 1678"/>
          <p:cNvSpPr/>
          <p:nvPr/>
        </p:nvSpPr>
        <p:spPr>
          <a:xfrm>
            <a:off x="96142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0" name="Oval 860"/>
          <p:cNvSpPr/>
          <p:nvPr/>
        </p:nvSpPr>
        <p:spPr>
          <a:xfrm>
            <a:off x="12141892" y="758852"/>
            <a:ext cx="50109" cy="3538433"/>
          </a:xfrm>
          <a:custGeom>
            <a:avLst/>
            <a:gdLst/>
            <a:ahLst/>
            <a:cxnLst/>
            <a:rect l="l" t="t" r="r" b="b"/>
            <a:pathLst>
              <a:path w="50109" h="3538433">
                <a:moveTo>
                  <a:pt x="50109" y="3384355"/>
                </a:moveTo>
                <a:lnTo>
                  <a:pt x="50109" y="3538433"/>
                </a:lnTo>
                <a:cubicBezTo>
                  <a:pt x="20497" y="3525461"/>
                  <a:pt x="0" y="3495821"/>
                  <a:pt x="0" y="3461394"/>
                </a:cubicBezTo>
                <a:cubicBezTo>
                  <a:pt x="0" y="3426967"/>
                  <a:pt x="20497" y="3397327"/>
                  <a:pt x="50109" y="3384355"/>
                </a:cubicBezTo>
                <a:close/>
                <a:moveTo>
                  <a:pt x="50109" y="2538350"/>
                </a:moveTo>
                <a:lnTo>
                  <a:pt x="50109" y="2692428"/>
                </a:lnTo>
                <a:cubicBezTo>
                  <a:pt x="20497" y="2679456"/>
                  <a:pt x="0" y="2649816"/>
                  <a:pt x="0" y="2615389"/>
                </a:cubicBezTo>
                <a:cubicBezTo>
                  <a:pt x="0" y="2580962"/>
                  <a:pt x="20497" y="2551322"/>
                  <a:pt x="50109" y="2538350"/>
                </a:cubicBezTo>
                <a:close/>
                <a:moveTo>
                  <a:pt x="50109" y="1688095"/>
                </a:moveTo>
                <a:lnTo>
                  <a:pt x="50109" y="1842173"/>
                </a:lnTo>
                <a:cubicBezTo>
                  <a:pt x="20497" y="1829201"/>
                  <a:pt x="0" y="1799561"/>
                  <a:pt x="0" y="1765134"/>
                </a:cubicBezTo>
                <a:cubicBezTo>
                  <a:pt x="0" y="1730707"/>
                  <a:pt x="20497" y="1701067"/>
                  <a:pt x="50109" y="1688095"/>
                </a:cubicBezTo>
                <a:close/>
                <a:moveTo>
                  <a:pt x="50109" y="845498"/>
                </a:moveTo>
                <a:lnTo>
                  <a:pt x="50109" y="999576"/>
                </a:lnTo>
                <a:cubicBezTo>
                  <a:pt x="20497" y="986604"/>
                  <a:pt x="0" y="956964"/>
                  <a:pt x="0" y="922537"/>
                </a:cubicBezTo>
                <a:cubicBezTo>
                  <a:pt x="0" y="888110"/>
                  <a:pt x="20497" y="858470"/>
                  <a:pt x="50109" y="845498"/>
                </a:cubicBezTo>
                <a:close/>
                <a:moveTo>
                  <a:pt x="50109" y="0"/>
                </a:moveTo>
                <a:lnTo>
                  <a:pt x="50109" y="154078"/>
                </a:lnTo>
                <a:cubicBezTo>
                  <a:pt x="20497" y="141106"/>
                  <a:pt x="0" y="111466"/>
                  <a:pt x="0" y="77039"/>
                </a:cubicBezTo>
                <a:cubicBezTo>
                  <a:pt x="0" y="42612"/>
                  <a:pt x="20497" y="12972"/>
                  <a:pt x="5010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1" name="Oval 1680"/>
          <p:cNvSpPr/>
          <p:nvPr/>
        </p:nvSpPr>
        <p:spPr>
          <a:xfrm>
            <a:off x="112993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2" name="Teardrop 3"/>
          <p:cNvSpPr/>
          <p:nvPr/>
        </p:nvSpPr>
        <p:spPr>
          <a:xfrm rot="5400000" flipH="1" flipV="1">
            <a:off x="61740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3" name="Teardrop 3"/>
          <p:cNvSpPr/>
          <p:nvPr/>
        </p:nvSpPr>
        <p:spPr>
          <a:xfrm rot="5400000" flipH="1" flipV="1">
            <a:off x="11187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4" name="Teardrop 3"/>
          <p:cNvSpPr/>
          <p:nvPr/>
        </p:nvSpPr>
        <p:spPr>
          <a:xfrm rot="5400000" flipH="1" flipV="1">
            <a:off x="19613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90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5" name="Teardrop 3"/>
          <p:cNvSpPr/>
          <p:nvPr/>
        </p:nvSpPr>
        <p:spPr>
          <a:xfrm rot="5400000" flipH="1" flipV="1">
            <a:off x="280385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8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6" name="Teardrop 3"/>
          <p:cNvSpPr/>
          <p:nvPr/>
        </p:nvSpPr>
        <p:spPr>
          <a:xfrm rot="5400000" flipH="1" flipV="1">
            <a:off x="364639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8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7" name="Teardrop 3"/>
          <p:cNvSpPr/>
          <p:nvPr/>
        </p:nvSpPr>
        <p:spPr>
          <a:xfrm rot="5400000" flipH="1" flipV="1">
            <a:off x="44889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8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8" name="Teardrop 3"/>
          <p:cNvSpPr/>
          <p:nvPr/>
        </p:nvSpPr>
        <p:spPr>
          <a:xfrm rot="5400000" flipH="1" flipV="1">
            <a:off x="53314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89" name="Teardrop 3"/>
          <p:cNvSpPr/>
          <p:nvPr/>
        </p:nvSpPr>
        <p:spPr>
          <a:xfrm rot="5400000" flipH="1" flipV="1">
            <a:off x="785909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8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0" name="Teardrop 3"/>
          <p:cNvSpPr/>
          <p:nvPr/>
        </p:nvSpPr>
        <p:spPr>
          <a:xfrm rot="5400000" flipH="1" flipV="1">
            <a:off x="701655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1" name="Teardrop 3"/>
          <p:cNvSpPr/>
          <p:nvPr/>
        </p:nvSpPr>
        <p:spPr>
          <a:xfrm rot="5400000" flipH="1" flipV="1">
            <a:off x="95441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90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2" name="Teardrop 3"/>
          <p:cNvSpPr/>
          <p:nvPr/>
        </p:nvSpPr>
        <p:spPr>
          <a:xfrm rot="5400000" flipH="1" flipV="1">
            <a:off x="87016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3" name="Teardrop 3"/>
          <p:cNvSpPr/>
          <p:nvPr/>
        </p:nvSpPr>
        <p:spPr>
          <a:xfrm rot="5400000" flipH="1" flipV="1">
            <a:off x="11229252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4" name="Teardrop 3"/>
          <p:cNvSpPr/>
          <p:nvPr/>
        </p:nvSpPr>
        <p:spPr>
          <a:xfrm rot="5400000" flipH="1" flipV="1">
            <a:off x="103867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5" name="Teardrop 3"/>
          <p:cNvSpPr/>
          <p:nvPr/>
        </p:nvSpPr>
        <p:spPr>
          <a:xfrm rot="5400000" flipH="1" flipV="1">
            <a:off x="2762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8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2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6" name="Teardrop 3"/>
          <p:cNvSpPr/>
          <p:nvPr/>
        </p:nvSpPr>
        <p:spPr>
          <a:xfrm rot="5400000" flipH="1" flipV="1">
            <a:off x="11908617" y="4923"/>
            <a:ext cx="298552" cy="268215"/>
          </a:xfrm>
          <a:custGeom>
            <a:avLst/>
            <a:gdLst/>
            <a:ahLst/>
            <a:cxnLst/>
            <a:rect l="l" t="t" r="r" b="b"/>
            <a:pathLst>
              <a:path w="298552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298552" y="138"/>
                </a:moveTo>
                <a:lnTo>
                  <a:pt x="298552" y="11636"/>
                </a:lnTo>
                <a:cubicBezTo>
                  <a:pt x="298344" y="11511"/>
                  <a:pt x="298133" y="11506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4" y="189232"/>
                  <a:pt x="256525" y="205210"/>
                  <a:pt x="272877" y="215167"/>
                </a:cubicBezTo>
                <a:lnTo>
                  <a:pt x="298552" y="215277"/>
                </a:lnTo>
                <a:lnTo>
                  <a:pt x="298552" y="221928"/>
                </a:lnTo>
                <a:cubicBezTo>
                  <a:pt x="276711" y="221632"/>
                  <a:pt x="254816" y="229876"/>
                  <a:pt x="238146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0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29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7" name="Oval 881"/>
          <p:cNvSpPr/>
          <p:nvPr/>
        </p:nvSpPr>
        <p:spPr>
          <a:xfrm>
            <a:off x="346332" y="-10245"/>
            <a:ext cx="169752" cy="84875"/>
          </a:xfrm>
          <a:custGeom>
            <a:avLst/>
            <a:gdLst/>
            <a:ahLst/>
            <a:cxnLst/>
            <a:rect l="l" t="t" r="r" b="b"/>
            <a:pathLst>
              <a:path w="169752" h="84875"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8" name="Oval 882"/>
          <p:cNvSpPr/>
          <p:nvPr/>
        </p:nvSpPr>
        <p:spPr>
          <a:xfrm>
            <a:off x="1188872" y="-10245"/>
            <a:ext cx="169752" cy="84875"/>
          </a:xfrm>
          <a:custGeom>
            <a:avLst/>
            <a:gdLst/>
            <a:ahLst/>
            <a:cxnLst/>
            <a:rect l="l" t="t" r="r" b="b"/>
            <a:pathLst>
              <a:path w="169752" h="84875"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99" name="Oval 883"/>
          <p:cNvSpPr/>
          <p:nvPr/>
        </p:nvSpPr>
        <p:spPr>
          <a:xfrm>
            <a:off x="2031413" y="-10245"/>
            <a:ext cx="10160587" cy="84875"/>
          </a:xfrm>
          <a:custGeom>
            <a:avLst/>
            <a:gdLst/>
            <a:ahLst/>
            <a:cxnLst/>
            <a:rect l="l" t="t" r="r" b="b"/>
            <a:pathLst>
              <a:path w="10160587" h="84875">
                <a:moveTo>
                  <a:pt x="10110479" y="0"/>
                </a:moveTo>
                <a:lnTo>
                  <a:pt x="10160587" y="0"/>
                </a:lnTo>
                <a:lnTo>
                  <a:pt x="10160587" y="77038"/>
                </a:lnTo>
                <a:cubicBezTo>
                  <a:pt x="10130976" y="64066"/>
                  <a:pt x="10110479" y="34427"/>
                  <a:pt x="10110479" y="0"/>
                </a:cubicBezTo>
                <a:close/>
                <a:moveTo>
                  <a:pt x="9267940" y="0"/>
                </a:moveTo>
                <a:lnTo>
                  <a:pt x="9437692" y="0"/>
                </a:lnTo>
                <a:cubicBezTo>
                  <a:pt x="9437692" y="46875"/>
                  <a:pt x="9399692" y="84875"/>
                  <a:pt x="9352816" y="84875"/>
                </a:cubicBezTo>
                <a:cubicBezTo>
                  <a:pt x="9305940" y="84875"/>
                  <a:pt x="9267940" y="46875"/>
                  <a:pt x="9267940" y="0"/>
                </a:cubicBezTo>
                <a:close/>
                <a:moveTo>
                  <a:pt x="8425400" y="0"/>
                </a:moveTo>
                <a:lnTo>
                  <a:pt x="8595152" y="0"/>
                </a:lnTo>
                <a:cubicBezTo>
                  <a:pt x="8595152" y="46875"/>
                  <a:pt x="8557152" y="84875"/>
                  <a:pt x="8510276" y="84875"/>
                </a:cubicBezTo>
                <a:cubicBezTo>
                  <a:pt x="8463400" y="84875"/>
                  <a:pt x="8425400" y="46875"/>
                  <a:pt x="8425400" y="0"/>
                </a:cubicBezTo>
                <a:close/>
                <a:moveTo>
                  <a:pt x="7582860" y="0"/>
                </a:moveTo>
                <a:lnTo>
                  <a:pt x="7752612" y="0"/>
                </a:lnTo>
                <a:cubicBezTo>
                  <a:pt x="7752612" y="46875"/>
                  <a:pt x="7714612" y="84875"/>
                  <a:pt x="7667736" y="84875"/>
                </a:cubicBezTo>
                <a:cubicBezTo>
                  <a:pt x="7620860" y="84875"/>
                  <a:pt x="7582860" y="46875"/>
                  <a:pt x="7582860" y="0"/>
                </a:cubicBezTo>
                <a:close/>
                <a:moveTo>
                  <a:pt x="6740320" y="0"/>
                </a:moveTo>
                <a:lnTo>
                  <a:pt x="6910072" y="0"/>
                </a:lnTo>
                <a:cubicBezTo>
                  <a:pt x="6910072" y="46875"/>
                  <a:pt x="6872072" y="84875"/>
                  <a:pt x="6825196" y="84875"/>
                </a:cubicBezTo>
                <a:cubicBezTo>
                  <a:pt x="6778320" y="84875"/>
                  <a:pt x="6740320" y="46875"/>
                  <a:pt x="6740320" y="0"/>
                </a:cubicBezTo>
                <a:close/>
                <a:moveTo>
                  <a:pt x="5897780" y="0"/>
                </a:moveTo>
                <a:lnTo>
                  <a:pt x="6067532" y="0"/>
                </a:lnTo>
                <a:cubicBezTo>
                  <a:pt x="6067532" y="46875"/>
                  <a:pt x="6029532" y="84875"/>
                  <a:pt x="5982656" y="84875"/>
                </a:cubicBezTo>
                <a:cubicBezTo>
                  <a:pt x="5935780" y="84875"/>
                  <a:pt x="5897780" y="46875"/>
                  <a:pt x="5897780" y="0"/>
                </a:cubicBezTo>
                <a:close/>
                <a:moveTo>
                  <a:pt x="5055240" y="0"/>
                </a:moveTo>
                <a:lnTo>
                  <a:pt x="5224992" y="0"/>
                </a:lnTo>
                <a:cubicBezTo>
                  <a:pt x="5224992" y="46875"/>
                  <a:pt x="5186992" y="84875"/>
                  <a:pt x="5140116" y="84875"/>
                </a:cubicBezTo>
                <a:cubicBezTo>
                  <a:pt x="5093240" y="84875"/>
                  <a:pt x="5055240" y="46875"/>
                  <a:pt x="5055240" y="0"/>
                </a:cubicBezTo>
                <a:close/>
                <a:moveTo>
                  <a:pt x="4212700" y="0"/>
                </a:moveTo>
                <a:lnTo>
                  <a:pt x="4382452" y="0"/>
                </a:lnTo>
                <a:cubicBezTo>
                  <a:pt x="4382452" y="46875"/>
                  <a:pt x="4344452" y="84875"/>
                  <a:pt x="4297576" y="84875"/>
                </a:cubicBezTo>
                <a:cubicBezTo>
                  <a:pt x="4250700" y="84875"/>
                  <a:pt x="4212700" y="46875"/>
                  <a:pt x="4212700" y="0"/>
                </a:cubicBezTo>
                <a:close/>
                <a:moveTo>
                  <a:pt x="3370160" y="0"/>
                </a:moveTo>
                <a:lnTo>
                  <a:pt x="3539912" y="0"/>
                </a:lnTo>
                <a:cubicBezTo>
                  <a:pt x="3539912" y="46875"/>
                  <a:pt x="3501912" y="84875"/>
                  <a:pt x="3455036" y="84875"/>
                </a:cubicBezTo>
                <a:cubicBezTo>
                  <a:pt x="3408160" y="84875"/>
                  <a:pt x="3370160" y="46875"/>
                  <a:pt x="3370160" y="0"/>
                </a:cubicBezTo>
                <a:close/>
                <a:moveTo>
                  <a:pt x="2527620" y="0"/>
                </a:moveTo>
                <a:lnTo>
                  <a:pt x="2697372" y="0"/>
                </a:lnTo>
                <a:cubicBezTo>
                  <a:pt x="2697372" y="46875"/>
                  <a:pt x="2659372" y="84875"/>
                  <a:pt x="2612496" y="84875"/>
                </a:cubicBezTo>
                <a:cubicBezTo>
                  <a:pt x="2565620" y="84875"/>
                  <a:pt x="2527620" y="46875"/>
                  <a:pt x="2527620" y="0"/>
                </a:cubicBezTo>
                <a:close/>
                <a:moveTo>
                  <a:pt x="1685080" y="0"/>
                </a:moveTo>
                <a:lnTo>
                  <a:pt x="1854832" y="0"/>
                </a:lnTo>
                <a:cubicBezTo>
                  <a:pt x="1854832" y="46875"/>
                  <a:pt x="1816832" y="84875"/>
                  <a:pt x="1769956" y="84875"/>
                </a:cubicBezTo>
                <a:cubicBezTo>
                  <a:pt x="1723080" y="84875"/>
                  <a:pt x="1685080" y="46875"/>
                  <a:pt x="1685080" y="0"/>
                </a:cubicBezTo>
                <a:close/>
                <a:moveTo>
                  <a:pt x="842540" y="0"/>
                </a:moveTo>
                <a:lnTo>
                  <a:pt x="1012292" y="0"/>
                </a:lnTo>
                <a:cubicBezTo>
                  <a:pt x="1012292" y="46875"/>
                  <a:pt x="974292" y="84875"/>
                  <a:pt x="927416" y="84875"/>
                </a:cubicBezTo>
                <a:cubicBezTo>
                  <a:pt x="880540" y="84875"/>
                  <a:pt x="842540" y="46875"/>
                  <a:pt x="842540" y="0"/>
                </a:cubicBezTo>
                <a:close/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0" name="Teardrop 3"/>
          <p:cNvSpPr/>
          <p:nvPr/>
        </p:nvSpPr>
        <p:spPr>
          <a:xfrm rot="5400000" flipH="1" flipV="1">
            <a:off x="64427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1" name="Oval 1700"/>
          <p:cNvSpPr/>
          <p:nvPr/>
        </p:nvSpPr>
        <p:spPr>
          <a:xfrm>
            <a:off x="71204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02" name="Teardrop 3"/>
          <p:cNvSpPr/>
          <p:nvPr/>
        </p:nvSpPr>
        <p:spPr>
          <a:xfrm rot="5400000" flipH="1" flipV="1">
            <a:off x="-148774" y="1103813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7" y="294285"/>
                  <a:pt x="284136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39" y="207247"/>
                  <a:pt x="61434" y="182497"/>
                  <a:pt x="61434" y="155247"/>
                </a:cubicBezTo>
                <a:cubicBezTo>
                  <a:pt x="61434" y="136673"/>
                  <a:pt x="66407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89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6" y="0"/>
                </a:lnTo>
                <a:cubicBezTo>
                  <a:pt x="219687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8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3" name="Oval 1702"/>
          <p:cNvSpPr/>
          <p:nvPr/>
        </p:nvSpPr>
        <p:spPr>
          <a:xfrm>
            <a:off x="3774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04" name="Teardrop 3"/>
          <p:cNvSpPr/>
          <p:nvPr/>
        </p:nvSpPr>
        <p:spPr>
          <a:xfrm rot="5400000" flipH="1" flipV="1">
            <a:off x="13875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5" name="Teardrop 3"/>
          <p:cNvSpPr/>
          <p:nvPr/>
        </p:nvSpPr>
        <p:spPr>
          <a:xfrm rot="5400000" flipH="1" flipV="1">
            <a:off x="22300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6" name="Teardrop 3"/>
          <p:cNvSpPr/>
          <p:nvPr/>
        </p:nvSpPr>
        <p:spPr>
          <a:xfrm rot="5400000" flipH="1" flipV="1">
            <a:off x="307261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7" name="Teardrop 3"/>
          <p:cNvSpPr/>
          <p:nvPr/>
        </p:nvSpPr>
        <p:spPr>
          <a:xfrm rot="5400000" flipH="1" flipV="1">
            <a:off x="391515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8" name="Teardrop 3"/>
          <p:cNvSpPr/>
          <p:nvPr/>
        </p:nvSpPr>
        <p:spPr>
          <a:xfrm rot="5400000" flipH="1" flipV="1">
            <a:off x="47576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09" name="Teardrop 3"/>
          <p:cNvSpPr/>
          <p:nvPr/>
        </p:nvSpPr>
        <p:spPr>
          <a:xfrm rot="5400000" flipH="1" flipV="1">
            <a:off x="56002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10" name="Oval 1709"/>
          <p:cNvSpPr/>
          <p:nvPr/>
        </p:nvSpPr>
        <p:spPr>
          <a:xfrm>
            <a:off x="12203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1" name="Oval 1710"/>
          <p:cNvSpPr/>
          <p:nvPr/>
        </p:nvSpPr>
        <p:spPr>
          <a:xfrm>
            <a:off x="20632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2" name="Oval 1711"/>
          <p:cNvSpPr/>
          <p:nvPr/>
        </p:nvSpPr>
        <p:spPr>
          <a:xfrm>
            <a:off x="29060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3" name="Oval 1712"/>
          <p:cNvSpPr/>
          <p:nvPr/>
        </p:nvSpPr>
        <p:spPr>
          <a:xfrm>
            <a:off x="374897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4" name="Oval 1713"/>
          <p:cNvSpPr/>
          <p:nvPr/>
        </p:nvSpPr>
        <p:spPr>
          <a:xfrm>
            <a:off x="45918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5" name="Oval 1714"/>
          <p:cNvSpPr/>
          <p:nvPr/>
        </p:nvSpPr>
        <p:spPr>
          <a:xfrm>
            <a:off x="54347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6" name="Oval 1715"/>
          <p:cNvSpPr/>
          <p:nvPr/>
        </p:nvSpPr>
        <p:spPr>
          <a:xfrm>
            <a:off x="62776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7" name="Teardrop 3"/>
          <p:cNvSpPr/>
          <p:nvPr/>
        </p:nvSpPr>
        <p:spPr>
          <a:xfrm rot="5400000" flipH="1" flipV="1">
            <a:off x="812785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18" name="Oval 1717"/>
          <p:cNvSpPr/>
          <p:nvPr/>
        </p:nvSpPr>
        <p:spPr>
          <a:xfrm>
            <a:off x="88062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19" name="Teardrop 3"/>
          <p:cNvSpPr/>
          <p:nvPr/>
        </p:nvSpPr>
        <p:spPr>
          <a:xfrm rot="5400000" flipH="1" flipV="1">
            <a:off x="728531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0" name="Oval 1719"/>
          <p:cNvSpPr/>
          <p:nvPr/>
        </p:nvSpPr>
        <p:spPr>
          <a:xfrm>
            <a:off x="796337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21" name="Teardrop 3"/>
          <p:cNvSpPr/>
          <p:nvPr/>
        </p:nvSpPr>
        <p:spPr>
          <a:xfrm rot="5400000" flipH="1" flipV="1">
            <a:off x="98129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2" name="Oval 1721"/>
          <p:cNvSpPr/>
          <p:nvPr/>
        </p:nvSpPr>
        <p:spPr>
          <a:xfrm>
            <a:off x="104920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23" name="Teardrop 3"/>
          <p:cNvSpPr/>
          <p:nvPr/>
        </p:nvSpPr>
        <p:spPr>
          <a:xfrm rot="5400000" flipH="1" flipV="1">
            <a:off x="89703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4" name="Oval 1723"/>
          <p:cNvSpPr/>
          <p:nvPr/>
        </p:nvSpPr>
        <p:spPr>
          <a:xfrm>
            <a:off x="96491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25" name="Teardrop 3"/>
          <p:cNvSpPr/>
          <p:nvPr/>
        </p:nvSpPr>
        <p:spPr>
          <a:xfrm rot="5400000" flipH="1" flipV="1">
            <a:off x="11498011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6" name="Teardrop 3"/>
          <p:cNvSpPr/>
          <p:nvPr/>
        </p:nvSpPr>
        <p:spPr>
          <a:xfrm rot="5400000" flipH="1" flipV="1">
            <a:off x="106554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7" name="Oval 1726"/>
          <p:cNvSpPr/>
          <p:nvPr/>
        </p:nvSpPr>
        <p:spPr>
          <a:xfrm>
            <a:off x="113348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28" name="Teardrop 3"/>
          <p:cNvSpPr/>
          <p:nvPr/>
        </p:nvSpPr>
        <p:spPr>
          <a:xfrm rot="5400000" flipH="1" flipV="1">
            <a:off x="5449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29" name="Oval 1728"/>
          <p:cNvSpPr/>
          <p:nvPr/>
        </p:nvSpPr>
        <p:spPr>
          <a:xfrm>
            <a:off x="66645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0" name="Oval 1729"/>
          <p:cNvSpPr/>
          <p:nvPr/>
        </p:nvSpPr>
        <p:spPr>
          <a:xfrm>
            <a:off x="7667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1" name="Oval 1730"/>
          <p:cNvSpPr/>
          <p:nvPr/>
        </p:nvSpPr>
        <p:spPr>
          <a:xfrm>
            <a:off x="16092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2" name="Oval 1731"/>
          <p:cNvSpPr/>
          <p:nvPr/>
        </p:nvSpPr>
        <p:spPr>
          <a:xfrm>
            <a:off x="24518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3" name="Oval 1732"/>
          <p:cNvSpPr/>
          <p:nvPr/>
        </p:nvSpPr>
        <p:spPr>
          <a:xfrm>
            <a:off x="329435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4" name="Oval 1733"/>
          <p:cNvSpPr/>
          <p:nvPr/>
        </p:nvSpPr>
        <p:spPr>
          <a:xfrm>
            <a:off x="413689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5" name="Oval 1734"/>
          <p:cNvSpPr/>
          <p:nvPr/>
        </p:nvSpPr>
        <p:spPr>
          <a:xfrm>
            <a:off x="49794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6" name="Oval 1735"/>
          <p:cNvSpPr/>
          <p:nvPr/>
        </p:nvSpPr>
        <p:spPr>
          <a:xfrm>
            <a:off x="58219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7" name="Oval 1736"/>
          <p:cNvSpPr/>
          <p:nvPr/>
        </p:nvSpPr>
        <p:spPr>
          <a:xfrm>
            <a:off x="834959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8" name="Oval 1737"/>
          <p:cNvSpPr/>
          <p:nvPr/>
        </p:nvSpPr>
        <p:spPr>
          <a:xfrm>
            <a:off x="750705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39" name="Oval 1738"/>
          <p:cNvSpPr/>
          <p:nvPr/>
        </p:nvSpPr>
        <p:spPr>
          <a:xfrm>
            <a:off x="100346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0" name="Oval 1739"/>
          <p:cNvSpPr/>
          <p:nvPr/>
        </p:nvSpPr>
        <p:spPr>
          <a:xfrm>
            <a:off x="91921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1" name="Oval 1740"/>
          <p:cNvSpPr/>
          <p:nvPr/>
        </p:nvSpPr>
        <p:spPr>
          <a:xfrm>
            <a:off x="11719750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2" name="Oval 1741"/>
          <p:cNvSpPr/>
          <p:nvPr/>
        </p:nvSpPr>
        <p:spPr>
          <a:xfrm>
            <a:off x="108772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3" name="Teardrop 3"/>
          <p:cNvSpPr/>
          <p:nvPr/>
        </p:nvSpPr>
        <p:spPr>
          <a:xfrm rot="5400000" flipH="1" flipV="1">
            <a:off x="60211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4" name="Teardrop 3"/>
          <p:cNvSpPr/>
          <p:nvPr/>
        </p:nvSpPr>
        <p:spPr>
          <a:xfrm rot="5400000" flipH="1" flipV="1">
            <a:off x="9659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5" name="Teardrop 3"/>
          <p:cNvSpPr/>
          <p:nvPr/>
        </p:nvSpPr>
        <p:spPr>
          <a:xfrm rot="5400000" flipH="1" flipV="1">
            <a:off x="18084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6" name="Teardrop 3"/>
          <p:cNvSpPr/>
          <p:nvPr/>
        </p:nvSpPr>
        <p:spPr>
          <a:xfrm rot="5400000" flipH="1" flipV="1">
            <a:off x="265102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7" name="Teardrop 3"/>
          <p:cNvSpPr/>
          <p:nvPr/>
        </p:nvSpPr>
        <p:spPr>
          <a:xfrm rot="5400000" flipH="1" flipV="1">
            <a:off x="349356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8" name="Teardrop 3"/>
          <p:cNvSpPr/>
          <p:nvPr/>
        </p:nvSpPr>
        <p:spPr>
          <a:xfrm rot="5400000" flipH="1" flipV="1">
            <a:off x="43361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49" name="Teardrop 3"/>
          <p:cNvSpPr/>
          <p:nvPr/>
        </p:nvSpPr>
        <p:spPr>
          <a:xfrm rot="5400000" flipH="1" flipV="1">
            <a:off x="51786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0" name="Teardrop 3"/>
          <p:cNvSpPr/>
          <p:nvPr/>
        </p:nvSpPr>
        <p:spPr>
          <a:xfrm rot="5400000" flipH="1" flipV="1">
            <a:off x="770626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1" name="Teardrop 3"/>
          <p:cNvSpPr/>
          <p:nvPr/>
        </p:nvSpPr>
        <p:spPr>
          <a:xfrm rot="5400000" flipH="1" flipV="1">
            <a:off x="686372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2" name="Teardrop 3"/>
          <p:cNvSpPr/>
          <p:nvPr/>
        </p:nvSpPr>
        <p:spPr>
          <a:xfrm rot="5400000" flipH="1" flipV="1">
            <a:off x="93913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3" name="Teardrop 3"/>
          <p:cNvSpPr/>
          <p:nvPr/>
        </p:nvSpPr>
        <p:spPr>
          <a:xfrm rot="5400000" flipH="1" flipV="1">
            <a:off x="85488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4" name="Teardrop 3"/>
          <p:cNvSpPr/>
          <p:nvPr/>
        </p:nvSpPr>
        <p:spPr>
          <a:xfrm rot="5400000" flipH="1" flipV="1">
            <a:off x="11076421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5" name="Teardrop 3"/>
          <p:cNvSpPr/>
          <p:nvPr/>
        </p:nvSpPr>
        <p:spPr>
          <a:xfrm rot="5400000" flipH="1" flipV="1">
            <a:off x="102338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6" name="Teardrop 3"/>
          <p:cNvSpPr/>
          <p:nvPr/>
        </p:nvSpPr>
        <p:spPr>
          <a:xfrm rot="5400000" flipH="1" flipV="1">
            <a:off x="1234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7" name="Teardrop 3"/>
          <p:cNvSpPr/>
          <p:nvPr/>
        </p:nvSpPr>
        <p:spPr>
          <a:xfrm rot="5400000" flipH="1" flipV="1">
            <a:off x="11760002" y="1531078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1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6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0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8" name="Oval 1757"/>
          <p:cNvSpPr/>
          <p:nvPr/>
        </p:nvSpPr>
        <p:spPr>
          <a:xfrm>
            <a:off x="70866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59" name="Oval 1758"/>
          <p:cNvSpPr/>
          <p:nvPr/>
        </p:nvSpPr>
        <p:spPr>
          <a:xfrm>
            <a:off x="3463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0" name="Oval 1759"/>
          <p:cNvSpPr/>
          <p:nvPr/>
        </p:nvSpPr>
        <p:spPr>
          <a:xfrm>
            <a:off x="11888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1" name="Oval 1760"/>
          <p:cNvSpPr/>
          <p:nvPr/>
        </p:nvSpPr>
        <p:spPr>
          <a:xfrm>
            <a:off x="20314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2" name="Oval 1761"/>
          <p:cNvSpPr/>
          <p:nvPr/>
        </p:nvSpPr>
        <p:spPr>
          <a:xfrm>
            <a:off x="28739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3" name="Oval 1762"/>
          <p:cNvSpPr/>
          <p:nvPr/>
        </p:nvSpPr>
        <p:spPr>
          <a:xfrm>
            <a:off x="371649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4" name="Oval 1763"/>
          <p:cNvSpPr/>
          <p:nvPr/>
        </p:nvSpPr>
        <p:spPr>
          <a:xfrm>
            <a:off x="45590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5" name="Oval 1764"/>
          <p:cNvSpPr/>
          <p:nvPr/>
        </p:nvSpPr>
        <p:spPr>
          <a:xfrm>
            <a:off x="54015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6" name="Oval 1765"/>
          <p:cNvSpPr/>
          <p:nvPr/>
        </p:nvSpPr>
        <p:spPr>
          <a:xfrm>
            <a:off x="62441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7" name="Oval 1766"/>
          <p:cNvSpPr/>
          <p:nvPr/>
        </p:nvSpPr>
        <p:spPr>
          <a:xfrm>
            <a:off x="87717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8" name="Oval 1767"/>
          <p:cNvSpPr/>
          <p:nvPr/>
        </p:nvSpPr>
        <p:spPr>
          <a:xfrm>
            <a:off x="792919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69" name="Oval 1768"/>
          <p:cNvSpPr/>
          <p:nvPr/>
        </p:nvSpPr>
        <p:spPr>
          <a:xfrm>
            <a:off x="104568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0" name="Oval 1769"/>
          <p:cNvSpPr/>
          <p:nvPr/>
        </p:nvSpPr>
        <p:spPr>
          <a:xfrm>
            <a:off x="96142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1" name="Oval 1770"/>
          <p:cNvSpPr/>
          <p:nvPr/>
        </p:nvSpPr>
        <p:spPr>
          <a:xfrm>
            <a:off x="112993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2" name="Teardrop 3"/>
          <p:cNvSpPr/>
          <p:nvPr/>
        </p:nvSpPr>
        <p:spPr>
          <a:xfrm rot="5400000" flipH="1" flipV="1">
            <a:off x="64427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3" name="Oval 1772"/>
          <p:cNvSpPr/>
          <p:nvPr/>
        </p:nvSpPr>
        <p:spPr>
          <a:xfrm>
            <a:off x="71204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74" name="Teardrop 3"/>
          <p:cNvSpPr/>
          <p:nvPr/>
        </p:nvSpPr>
        <p:spPr>
          <a:xfrm rot="5400000" flipH="1" flipV="1">
            <a:off x="-148774" y="1946410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5" name="Oval 1774"/>
          <p:cNvSpPr/>
          <p:nvPr/>
        </p:nvSpPr>
        <p:spPr>
          <a:xfrm>
            <a:off x="3774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76" name="Teardrop 3"/>
          <p:cNvSpPr/>
          <p:nvPr/>
        </p:nvSpPr>
        <p:spPr>
          <a:xfrm rot="5400000" flipH="1" flipV="1">
            <a:off x="13875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7" name="Teardrop 3"/>
          <p:cNvSpPr/>
          <p:nvPr/>
        </p:nvSpPr>
        <p:spPr>
          <a:xfrm rot="5400000" flipH="1" flipV="1">
            <a:off x="22300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8" name="Teardrop 3"/>
          <p:cNvSpPr/>
          <p:nvPr/>
        </p:nvSpPr>
        <p:spPr>
          <a:xfrm rot="5400000" flipH="1" flipV="1">
            <a:off x="307261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79" name="Teardrop 3"/>
          <p:cNvSpPr/>
          <p:nvPr/>
        </p:nvSpPr>
        <p:spPr>
          <a:xfrm rot="5400000" flipH="1" flipV="1">
            <a:off x="391515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80" name="Teardrop 3"/>
          <p:cNvSpPr/>
          <p:nvPr/>
        </p:nvSpPr>
        <p:spPr>
          <a:xfrm rot="5400000" flipH="1" flipV="1">
            <a:off x="47576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81" name="Teardrop 3"/>
          <p:cNvSpPr/>
          <p:nvPr/>
        </p:nvSpPr>
        <p:spPr>
          <a:xfrm rot="5400000" flipH="1" flipV="1">
            <a:off x="56002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82" name="Oval 1781"/>
          <p:cNvSpPr/>
          <p:nvPr/>
        </p:nvSpPr>
        <p:spPr>
          <a:xfrm>
            <a:off x="12203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3" name="Oval 1782"/>
          <p:cNvSpPr/>
          <p:nvPr/>
        </p:nvSpPr>
        <p:spPr>
          <a:xfrm>
            <a:off x="20632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4" name="Oval 1783"/>
          <p:cNvSpPr/>
          <p:nvPr/>
        </p:nvSpPr>
        <p:spPr>
          <a:xfrm>
            <a:off x="29060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5" name="Oval 1784"/>
          <p:cNvSpPr/>
          <p:nvPr/>
        </p:nvSpPr>
        <p:spPr>
          <a:xfrm>
            <a:off x="374897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6" name="Oval 1785"/>
          <p:cNvSpPr/>
          <p:nvPr/>
        </p:nvSpPr>
        <p:spPr>
          <a:xfrm>
            <a:off x="45918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7" name="Oval 1786"/>
          <p:cNvSpPr/>
          <p:nvPr/>
        </p:nvSpPr>
        <p:spPr>
          <a:xfrm>
            <a:off x="54347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8" name="Oval 1787"/>
          <p:cNvSpPr/>
          <p:nvPr/>
        </p:nvSpPr>
        <p:spPr>
          <a:xfrm>
            <a:off x="62776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89" name="Teardrop 3"/>
          <p:cNvSpPr/>
          <p:nvPr/>
        </p:nvSpPr>
        <p:spPr>
          <a:xfrm rot="5400000" flipH="1" flipV="1">
            <a:off x="812785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0" name="Oval 1789"/>
          <p:cNvSpPr/>
          <p:nvPr/>
        </p:nvSpPr>
        <p:spPr>
          <a:xfrm>
            <a:off x="88062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91" name="Teardrop 3"/>
          <p:cNvSpPr/>
          <p:nvPr/>
        </p:nvSpPr>
        <p:spPr>
          <a:xfrm rot="5400000" flipH="1" flipV="1">
            <a:off x="728531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2" name="Oval 1791"/>
          <p:cNvSpPr/>
          <p:nvPr/>
        </p:nvSpPr>
        <p:spPr>
          <a:xfrm>
            <a:off x="796337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93" name="Teardrop 3"/>
          <p:cNvSpPr/>
          <p:nvPr/>
        </p:nvSpPr>
        <p:spPr>
          <a:xfrm rot="5400000" flipH="1" flipV="1">
            <a:off x="98129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4" name="Oval 1793"/>
          <p:cNvSpPr/>
          <p:nvPr/>
        </p:nvSpPr>
        <p:spPr>
          <a:xfrm>
            <a:off x="104920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95" name="Teardrop 3"/>
          <p:cNvSpPr/>
          <p:nvPr/>
        </p:nvSpPr>
        <p:spPr>
          <a:xfrm rot="5400000" flipH="1" flipV="1">
            <a:off x="89703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6" name="Oval 1795"/>
          <p:cNvSpPr/>
          <p:nvPr/>
        </p:nvSpPr>
        <p:spPr>
          <a:xfrm>
            <a:off x="96491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797" name="Teardrop 3"/>
          <p:cNvSpPr/>
          <p:nvPr/>
        </p:nvSpPr>
        <p:spPr>
          <a:xfrm rot="5400000" flipH="1" flipV="1">
            <a:off x="11498011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8" name="Teardrop 3"/>
          <p:cNvSpPr/>
          <p:nvPr/>
        </p:nvSpPr>
        <p:spPr>
          <a:xfrm rot="5400000" flipH="1" flipV="1">
            <a:off x="106554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99" name="Oval 1798"/>
          <p:cNvSpPr/>
          <p:nvPr/>
        </p:nvSpPr>
        <p:spPr>
          <a:xfrm>
            <a:off x="113348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00" name="Teardrop 3"/>
          <p:cNvSpPr/>
          <p:nvPr/>
        </p:nvSpPr>
        <p:spPr>
          <a:xfrm rot="5400000" flipH="1" flipV="1">
            <a:off x="5449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1" name="Oval 1800"/>
          <p:cNvSpPr/>
          <p:nvPr/>
        </p:nvSpPr>
        <p:spPr>
          <a:xfrm>
            <a:off x="66645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2" name="Oval 1801"/>
          <p:cNvSpPr/>
          <p:nvPr/>
        </p:nvSpPr>
        <p:spPr>
          <a:xfrm>
            <a:off x="7667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3" name="Oval 1802"/>
          <p:cNvSpPr/>
          <p:nvPr/>
        </p:nvSpPr>
        <p:spPr>
          <a:xfrm>
            <a:off x="16092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4" name="Oval 1803"/>
          <p:cNvSpPr/>
          <p:nvPr/>
        </p:nvSpPr>
        <p:spPr>
          <a:xfrm>
            <a:off x="24518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5" name="Oval 1804"/>
          <p:cNvSpPr/>
          <p:nvPr/>
        </p:nvSpPr>
        <p:spPr>
          <a:xfrm>
            <a:off x="329435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6" name="Oval 1805"/>
          <p:cNvSpPr/>
          <p:nvPr/>
        </p:nvSpPr>
        <p:spPr>
          <a:xfrm>
            <a:off x="413689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7" name="Oval 1806"/>
          <p:cNvSpPr/>
          <p:nvPr/>
        </p:nvSpPr>
        <p:spPr>
          <a:xfrm>
            <a:off x="49794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8" name="Oval 1807"/>
          <p:cNvSpPr/>
          <p:nvPr/>
        </p:nvSpPr>
        <p:spPr>
          <a:xfrm>
            <a:off x="58219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09" name="Oval 1808"/>
          <p:cNvSpPr/>
          <p:nvPr/>
        </p:nvSpPr>
        <p:spPr>
          <a:xfrm>
            <a:off x="834959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0" name="Oval 1809"/>
          <p:cNvSpPr/>
          <p:nvPr/>
        </p:nvSpPr>
        <p:spPr>
          <a:xfrm>
            <a:off x="750705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1" name="Oval 1810"/>
          <p:cNvSpPr/>
          <p:nvPr/>
        </p:nvSpPr>
        <p:spPr>
          <a:xfrm>
            <a:off x="100346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2" name="Oval 1811"/>
          <p:cNvSpPr/>
          <p:nvPr/>
        </p:nvSpPr>
        <p:spPr>
          <a:xfrm>
            <a:off x="91921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3" name="Oval 1812"/>
          <p:cNvSpPr/>
          <p:nvPr/>
        </p:nvSpPr>
        <p:spPr>
          <a:xfrm>
            <a:off x="11719750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4" name="Oval 1813"/>
          <p:cNvSpPr/>
          <p:nvPr/>
        </p:nvSpPr>
        <p:spPr>
          <a:xfrm>
            <a:off x="108772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5" name="Teardrop 3"/>
          <p:cNvSpPr/>
          <p:nvPr/>
        </p:nvSpPr>
        <p:spPr>
          <a:xfrm rot="5400000" flipH="1" flipV="1">
            <a:off x="60211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6" name="Teardrop 3"/>
          <p:cNvSpPr/>
          <p:nvPr/>
        </p:nvSpPr>
        <p:spPr>
          <a:xfrm rot="5400000" flipH="1" flipV="1">
            <a:off x="9659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7" name="Teardrop 3"/>
          <p:cNvSpPr/>
          <p:nvPr/>
        </p:nvSpPr>
        <p:spPr>
          <a:xfrm rot="5400000" flipH="1" flipV="1">
            <a:off x="18084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8" name="Teardrop 3"/>
          <p:cNvSpPr/>
          <p:nvPr/>
        </p:nvSpPr>
        <p:spPr>
          <a:xfrm rot="5400000" flipH="1" flipV="1">
            <a:off x="265102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19" name="Teardrop 3"/>
          <p:cNvSpPr/>
          <p:nvPr/>
        </p:nvSpPr>
        <p:spPr>
          <a:xfrm rot="5400000" flipH="1" flipV="1">
            <a:off x="349356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0" name="Teardrop 3"/>
          <p:cNvSpPr/>
          <p:nvPr/>
        </p:nvSpPr>
        <p:spPr>
          <a:xfrm rot="5400000" flipH="1" flipV="1">
            <a:off x="43361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1" name="Teardrop 3"/>
          <p:cNvSpPr/>
          <p:nvPr/>
        </p:nvSpPr>
        <p:spPr>
          <a:xfrm rot="5400000" flipH="1" flipV="1">
            <a:off x="51786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2" name="Teardrop 3"/>
          <p:cNvSpPr/>
          <p:nvPr/>
        </p:nvSpPr>
        <p:spPr>
          <a:xfrm rot="5400000" flipH="1" flipV="1">
            <a:off x="770626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3" name="Teardrop 3"/>
          <p:cNvSpPr/>
          <p:nvPr/>
        </p:nvSpPr>
        <p:spPr>
          <a:xfrm rot="5400000" flipH="1" flipV="1">
            <a:off x="686372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4" name="Teardrop 3"/>
          <p:cNvSpPr/>
          <p:nvPr/>
        </p:nvSpPr>
        <p:spPr>
          <a:xfrm rot="5400000" flipH="1" flipV="1">
            <a:off x="93913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5" name="Teardrop 3"/>
          <p:cNvSpPr/>
          <p:nvPr/>
        </p:nvSpPr>
        <p:spPr>
          <a:xfrm rot="5400000" flipH="1" flipV="1">
            <a:off x="85488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6" name="Teardrop 3"/>
          <p:cNvSpPr/>
          <p:nvPr/>
        </p:nvSpPr>
        <p:spPr>
          <a:xfrm rot="5400000" flipH="1" flipV="1">
            <a:off x="11076421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7" name="Teardrop 3"/>
          <p:cNvSpPr/>
          <p:nvPr/>
        </p:nvSpPr>
        <p:spPr>
          <a:xfrm rot="5400000" flipH="1" flipV="1">
            <a:off x="102338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8" name="Teardrop 3"/>
          <p:cNvSpPr/>
          <p:nvPr/>
        </p:nvSpPr>
        <p:spPr>
          <a:xfrm rot="5400000" flipH="1" flipV="1">
            <a:off x="1234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29" name="Teardrop 3"/>
          <p:cNvSpPr/>
          <p:nvPr/>
        </p:nvSpPr>
        <p:spPr>
          <a:xfrm rot="5400000" flipH="1" flipV="1">
            <a:off x="11760003" y="2373673"/>
            <a:ext cx="595780" cy="268215"/>
          </a:xfrm>
          <a:custGeom>
            <a:avLst/>
            <a:gdLst/>
            <a:ahLst/>
            <a:cxnLst/>
            <a:rect l="l" t="t" r="r" b="b"/>
            <a:pathLst>
              <a:path w="595780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0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70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0" name="Oval 1829"/>
          <p:cNvSpPr/>
          <p:nvPr/>
        </p:nvSpPr>
        <p:spPr>
          <a:xfrm>
            <a:off x="70866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1" name="Oval 1830"/>
          <p:cNvSpPr/>
          <p:nvPr/>
        </p:nvSpPr>
        <p:spPr>
          <a:xfrm>
            <a:off x="3463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2" name="Oval 1831"/>
          <p:cNvSpPr/>
          <p:nvPr/>
        </p:nvSpPr>
        <p:spPr>
          <a:xfrm>
            <a:off x="11888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3" name="Oval 1832"/>
          <p:cNvSpPr/>
          <p:nvPr/>
        </p:nvSpPr>
        <p:spPr>
          <a:xfrm>
            <a:off x="20314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4" name="Oval 1833"/>
          <p:cNvSpPr/>
          <p:nvPr/>
        </p:nvSpPr>
        <p:spPr>
          <a:xfrm>
            <a:off x="28739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5" name="Oval 1834"/>
          <p:cNvSpPr/>
          <p:nvPr/>
        </p:nvSpPr>
        <p:spPr>
          <a:xfrm>
            <a:off x="371649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6" name="Oval 1835"/>
          <p:cNvSpPr/>
          <p:nvPr/>
        </p:nvSpPr>
        <p:spPr>
          <a:xfrm>
            <a:off x="45590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7" name="Oval 1836"/>
          <p:cNvSpPr/>
          <p:nvPr/>
        </p:nvSpPr>
        <p:spPr>
          <a:xfrm>
            <a:off x="54015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8" name="Oval 1837"/>
          <p:cNvSpPr/>
          <p:nvPr/>
        </p:nvSpPr>
        <p:spPr>
          <a:xfrm>
            <a:off x="62441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39" name="Oval 1838"/>
          <p:cNvSpPr/>
          <p:nvPr/>
        </p:nvSpPr>
        <p:spPr>
          <a:xfrm>
            <a:off x="87717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0" name="Oval 1839"/>
          <p:cNvSpPr/>
          <p:nvPr/>
        </p:nvSpPr>
        <p:spPr>
          <a:xfrm>
            <a:off x="792919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1" name="Oval 1840"/>
          <p:cNvSpPr/>
          <p:nvPr/>
        </p:nvSpPr>
        <p:spPr>
          <a:xfrm>
            <a:off x="104568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2" name="Oval 1841"/>
          <p:cNvSpPr/>
          <p:nvPr/>
        </p:nvSpPr>
        <p:spPr>
          <a:xfrm>
            <a:off x="96142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3" name="Oval 1842"/>
          <p:cNvSpPr/>
          <p:nvPr/>
        </p:nvSpPr>
        <p:spPr>
          <a:xfrm>
            <a:off x="112993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4" name="Teardrop 3"/>
          <p:cNvSpPr/>
          <p:nvPr/>
        </p:nvSpPr>
        <p:spPr>
          <a:xfrm rot="5400000" flipH="1" flipV="1">
            <a:off x="64427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5" name="Oval 1844"/>
          <p:cNvSpPr/>
          <p:nvPr/>
        </p:nvSpPr>
        <p:spPr>
          <a:xfrm>
            <a:off x="71204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46" name="Teardrop 3"/>
          <p:cNvSpPr/>
          <p:nvPr/>
        </p:nvSpPr>
        <p:spPr>
          <a:xfrm rot="5400000" flipH="1" flipV="1">
            <a:off x="-148774" y="2795083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6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5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5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2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8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5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7" name="Oval 1846"/>
          <p:cNvSpPr/>
          <p:nvPr/>
        </p:nvSpPr>
        <p:spPr>
          <a:xfrm>
            <a:off x="3774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48" name="Teardrop 3"/>
          <p:cNvSpPr/>
          <p:nvPr/>
        </p:nvSpPr>
        <p:spPr>
          <a:xfrm rot="5400000" flipH="1" flipV="1">
            <a:off x="13875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49" name="Teardrop 3"/>
          <p:cNvSpPr/>
          <p:nvPr/>
        </p:nvSpPr>
        <p:spPr>
          <a:xfrm rot="5400000" flipH="1" flipV="1">
            <a:off x="22300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50" name="Teardrop 3"/>
          <p:cNvSpPr/>
          <p:nvPr/>
        </p:nvSpPr>
        <p:spPr>
          <a:xfrm rot="5400000" flipH="1" flipV="1">
            <a:off x="307261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51" name="Teardrop 3"/>
          <p:cNvSpPr/>
          <p:nvPr/>
        </p:nvSpPr>
        <p:spPr>
          <a:xfrm rot="5400000" flipH="1" flipV="1">
            <a:off x="391515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52" name="Teardrop 3"/>
          <p:cNvSpPr/>
          <p:nvPr/>
        </p:nvSpPr>
        <p:spPr>
          <a:xfrm rot="5400000" flipH="1" flipV="1">
            <a:off x="47576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53" name="Teardrop 3"/>
          <p:cNvSpPr/>
          <p:nvPr/>
        </p:nvSpPr>
        <p:spPr>
          <a:xfrm rot="5400000" flipH="1" flipV="1">
            <a:off x="56002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54" name="Oval 1853"/>
          <p:cNvSpPr/>
          <p:nvPr/>
        </p:nvSpPr>
        <p:spPr>
          <a:xfrm>
            <a:off x="12203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55" name="Oval 1854"/>
          <p:cNvSpPr/>
          <p:nvPr/>
        </p:nvSpPr>
        <p:spPr>
          <a:xfrm>
            <a:off x="20632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56" name="Oval 1855"/>
          <p:cNvSpPr/>
          <p:nvPr/>
        </p:nvSpPr>
        <p:spPr>
          <a:xfrm>
            <a:off x="29060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57" name="Oval 1856"/>
          <p:cNvSpPr/>
          <p:nvPr/>
        </p:nvSpPr>
        <p:spPr>
          <a:xfrm>
            <a:off x="374897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58" name="Oval 1857"/>
          <p:cNvSpPr/>
          <p:nvPr/>
        </p:nvSpPr>
        <p:spPr>
          <a:xfrm>
            <a:off x="45918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59" name="Oval 1858"/>
          <p:cNvSpPr/>
          <p:nvPr/>
        </p:nvSpPr>
        <p:spPr>
          <a:xfrm>
            <a:off x="54347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0" name="Oval 1859"/>
          <p:cNvSpPr/>
          <p:nvPr/>
        </p:nvSpPr>
        <p:spPr>
          <a:xfrm>
            <a:off x="62776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1" name="Teardrop 3"/>
          <p:cNvSpPr/>
          <p:nvPr/>
        </p:nvSpPr>
        <p:spPr>
          <a:xfrm rot="5400000" flipH="1" flipV="1">
            <a:off x="812785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62" name="Oval 1861"/>
          <p:cNvSpPr/>
          <p:nvPr/>
        </p:nvSpPr>
        <p:spPr>
          <a:xfrm>
            <a:off x="88062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3" name="Teardrop 3"/>
          <p:cNvSpPr/>
          <p:nvPr/>
        </p:nvSpPr>
        <p:spPr>
          <a:xfrm rot="5400000" flipH="1" flipV="1">
            <a:off x="728531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64" name="Oval 1863"/>
          <p:cNvSpPr/>
          <p:nvPr/>
        </p:nvSpPr>
        <p:spPr>
          <a:xfrm>
            <a:off x="796337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5" name="Teardrop 3"/>
          <p:cNvSpPr/>
          <p:nvPr/>
        </p:nvSpPr>
        <p:spPr>
          <a:xfrm rot="5400000" flipH="1" flipV="1">
            <a:off x="98129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66" name="Oval 1865"/>
          <p:cNvSpPr/>
          <p:nvPr/>
        </p:nvSpPr>
        <p:spPr>
          <a:xfrm>
            <a:off x="104920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7" name="Teardrop 3"/>
          <p:cNvSpPr/>
          <p:nvPr/>
        </p:nvSpPr>
        <p:spPr>
          <a:xfrm rot="5400000" flipH="1" flipV="1">
            <a:off x="89703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68" name="Oval 1867"/>
          <p:cNvSpPr/>
          <p:nvPr/>
        </p:nvSpPr>
        <p:spPr>
          <a:xfrm>
            <a:off x="96491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69" name="Teardrop 3"/>
          <p:cNvSpPr/>
          <p:nvPr/>
        </p:nvSpPr>
        <p:spPr>
          <a:xfrm rot="5400000" flipH="1" flipV="1">
            <a:off x="11498011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0" name="Teardrop 3"/>
          <p:cNvSpPr/>
          <p:nvPr/>
        </p:nvSpPr>
        <p:spPr>
          <a:xfrm rot="5400000" flipH="1" flipV="1">
            <a:off x="106554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1" name="Oval 1870"/>
          <p:cNvSpPr/>
          <p:nvPr/>
        </p:nvSpPr>
        <p:spPr>
          <a:xfrm>
            <a:off x="113348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872" name="Teardrop 3"/>
          <p:cNvSpPr/>
          <p:nvPr/>
        </p:nvSpPr>
        <p:spPr>
          <a:xfrm rot="5400000" flipH="1" flipV="1">
            <a:off x="5449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3" name="Oval 1872"/>
          <p:cNvSpPr/>
          <p:nvPr/>
        </p:nvSpPr>
        <p:spPr>
          <a:xfrm>
            <a:off x="66645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4" name="Oval 1873"/>
          <p:cNvSpPr/>
          <p:nvPr/>
        </p:nvSpPr>
        <p:spPr>
          <a:xfrm>
            <a:off x="7667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5" name="Oval 1874"/>
          <p:cNvSpPr/>
          <p:nvPr/>
        </p:nvSpPr>
        <p:spPr>
          <a:xfrm>
            <a:off x="16092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6" name="Oval 1875"/>
          <p:cNvSpPr/>
          <p:nvPr/>
        </p:nvSpPr>
        <p:spPr>
          <a:xfrm>
            <a:off x="24518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7" name="Oval 1876"/>
          <p:cNvSpPr/>
          <p:nvPr/>
        </p:nvSpPr>
        <p:spPr>
          <a:xfrm>
            <a:off x="329435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8" name="Oval 1877"/>
          <p:cNvSpPr/>
          <p:nvPr/>
        </p:nvSpPr>
        <p:spPr>
          <a:xfrm>
            <a:off x="413689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79" name="Oval 1878"/>
          <p:cNvSpPr/>
          <p:nvPr/>
        </p:nvSpPr>
        <p:spPr>
          <a:xfrm>
            <a:off x="49794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0" name="Oval 1879"/>
          <p:cNvSpPr/>
          <p:nvPr/>
        </p:nvSpPr>
        <p:spPr>
          <a:xfrm>
            <a:off x="58219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1" name="Oval 1880"/>
          <p:cNvSpPr/>
          <p:nvPr/>
        </p:nvSpPr>
        <p:spPr>
          <a:xfrm>
            <a:off x="834959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2" name="Oval 1881"/>
          <p:cNvSpPr/>
          <p:nvPr/>
        </p:nvSpPr>
        <p:spPr>
          <a:xfrm>
            <a:off x="750705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3" name="Oval 1882"/>
          <p:cNvSpPr/>
          <p:nvPr/>
        </p:nvSpPr>
        <p:spPr>
          <a:xfrm>
            <a:off x="100346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4" name="Oval 1883"/>
          <p:cNvSpPr/>
          <p:nvPr/>
        </p:nvSpPr>
        <p:spPr>
          <a:xfrm>
            <a:off x="91921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5" name="Oval 1884"/>
          <p:cNvSpPr/>
          <p:nvPr/>
        </p:nvSpPr>
        <p:spPr>
          <a:xfrm>
            <a:off x="11719750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6" name="Oval 1885"/>
          <p:cNvSpPr/>
          <p:nvPr/>
        </p:nvSpPr>
        <p:spPr>
          <a:xfrm>
            <a:off x="108772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7" name="Teardrop 3"/>
          <p:cNvSpPr/>
          <p:nvPr/>
        </p:nvSpPr>
        <p:spPr>
          <a:xfrm rot="5400000" flipH="1" flipV="1">
            <a:off x="60211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8" name="Teardrop 3"/>
          <p:cNvSpPr/>
          <p:nvPr/>
        </p:nvSpPr>
        <p:spPr>
          <a:xfrm rot="5400000" flipH="1" flipV="1">
            <a:off x="9659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89" name="Teardrop 3"/>
          <p:cNvSpPr/>
          <p:nvPr/>
        </p:nvSpPr>
        <p:spPr>
          <a:xfrm rot="5400000" flipH="1" flipV="1">
            <a:off x="18084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0" name="Teardrop 3"/>
          <p:cNvSpPr/>
          <p:nvPr/>
        </p:nvSpPr>
        <p:spPr>
          <a:xfrm rot="5400000" flipH="1" flipV="1">
            <a:off x="265102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1" name="Teardrop 3"/>
          <p:cNvSpPr/>
          <p:nvPr/>
        </p:nvSpPr>
        <p:spPr>
          <a:xfrm rot="5400000" flipH="1" flipV="1">
            <a:off x="349356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2" name="Teardrop 3"/>
          <p:cNvSpPr/>
          <p:nvPr/>
        </p:nvSpPr>
        <p:spPr>
          <a:xfrm rot="5400000" flipH="1" flipV="1">
            <a:off x="43361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3" name="Teardrop 3"/>
          <p:cNvSpPr/>
          <p:nvPr/>
        </p:nvSpPr>
        <p:spPr>
          <a:xfrm rot="5400000" flipH="1" flipV="1">
            <a:off x="51786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4" name="Teardrop 3"/>
          <p:cNvSpPr/>
          <p:nvPr/>
        </p:nvSpPr>
        <p:spPr>
          <a:xfrm rot="5400000" flipH="1" flipV="1">
            <a:off x="770626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5" name="Teardrop 3"/>
          <p:cNvSpPr/>
          <p:nvPr/>
        </p:nvSpPr>
        <p:spPr>
          <a:xfrm rot="5400000" flipH="1" flipV="1">
            <a:off x="686372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6" name="Teardrop 3"/>
          <p:cNvSpPr/>
          <p:nvPr/>
        </p:nvSpPr>
        <p:spPr>
          <a:xfrm rot="5400000" flipH="1" flipV="1">
            <a:off x="93913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7" name="Teardrop 3"/>
          <p:cNvSpPr/>
          <p:nvPr/>
        </p:nvSpPr>
        <p:spPr>
          <a:xfrm rot="5400000" flipH="1" flipV="1">
            <a:off x="85488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8" name="Teardrop 3"/>
          <p:cNvSpPr/>
          <p:nvPr/>
        </p:nvSpPr>
        <p:spPr>
          <a:xfrm rot="5400000" flipH="1" flipV="1">
            <a:off x="11076421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99" name="Teardrop 3"/>
          <p:cNvSpPr/>
          <p:nvPr/>
        </p:nvSpPr>
        <p:spPr>
          <a:xfrm rot="5400000" flipH="1" flipV="1">
            <a:off x="102338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0" name="Teardrop 3"/>
          <p:cNvSpPr/>
          <p:nvPr/>
        </p:nvSpPr>
        <p:spPr>
          <a:xfrm rot="5400000" flipH="1" flipV="1">
            <a:off x="1234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1" name="Teardrop 3"/>
          <p:cNvSpPr/>
          <p:nvPr/>
        </p:nvSpPr>
        <p:spPr>
          <a:xfrm rot="5400000" flipH="1" flipV="1">
            <a:off x="11760002" y="3223930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2" name="Oval 1901"/>
          <p:cNvSpPr/>
          <p:nvPr/>
        </p:nvSpPr>
        <p:spPr>
          <a:xfrm>
            <a:off x="70866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3" name="Oval 1902"/>
          <p:cNvSpPr/>
          <p:nvPr/>
        </p:nvSpPr>
        <p:spPr>
          <a:xfrm>
            <a:off x="3463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4" name="Oval 1903"/>
          <p:cNvSpPr/>
          <p:nvPr/>
        </p:nvSpPr>
        <p:spPr>
          <a:xfrm>
            <a:off x="11888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5" name="Oval 1904"/>
          <p:cNvSpPr/>
          <p:nvPr/>
        </p:nvSpPr>
        <p:spPr>
          <a:xfrm>
            <a:off x="20314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6" name="Oval 1905"/>
          <p:cNvSpPr/>
          <p:nvPr/>
        </p:nvSpPr>
        <p:spPr>
          <a:xfrm>
            <a:off x="28739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7" name="Oval 1906"/>
          <p:cNvSpPr/>
          <p:nvPr/>
        </p:nvSpPr>
        <p:spPr>
          <a:xfrm>
            <a:off x="371649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8" name="Oval 1907"/>
          <p:cNvSpPr/>
          <p:nvPr/>
        </p:nvSpPr>
        <p:spPr>
          <a:xfrm>
            <a:off x="45590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09" name="Oval 1908"/>
          <p:cNvSpPr/>
          <p:nvPr/>
        </p:nvSpPr>
        <p:spPr>
          <a:xfrm>
            <a:off x="54015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0" name="Oval 1909"/>
          <p:cNvSpPr/>
          <p:nvPr/>
        </p:nvSpPr>
        <p:spPr>
          <a:xfrm>
            <a:off x="62441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1" name="Oval 1910"/>
          <p:cNvSpPr/>
          <p:nvPr/>
        </p:nvSpPr>
        <p:spPr>
          <a:xfrm>
            <a:off x="87717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2" name="Oval 1911"/>
          <p:cNvSpPr/>
          <p:nvPr/>
        </p:nvSpPr>
        <p:spPr>
          <a:xfrm>
            <a:off x="792919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3" name="Oval 1912"/>
          <p:cNvSpPr/>
          <p:nvPr/>
        </p:nvSpPr>
        <p:spPr>
          <a:xfrm>
            <a:off x="104568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4" name="Oval 1913"/>
          <p:cNvSpPr/>
          <p:nvPr/>
        </p:nvSpPr>
        <p:spPr>
          <a:xfrm>
            <a:off x="96142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5" name="Oval 1914"/>
          <p:cNvSpPr/>
          <p:nvPr/>
        </p:nvSpPr>
        <p:spPr>
          <a:xfrm>
            <a:off x="112993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6" name="Teardrop 3"/>
          <p:cNvSpPr/>
          <p:nvPr/>
        </p:nvSpPr>
        <p:spPr>
          <a:xfrm rot="5400000" flipH="1" flipV="1">
            <a:off x="64427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7" name="Oval 1916"/>
          <p:cNvSpPr/>
          <p:nvPr/>
        </p:nvSpPr>
        <p:spPr>
          <a:xfrm>
            <a:off x="71204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18" name="Teardrop 3"/>
          <p:cNvSpPr/>
          <p:nvPr/>
        </p:nvSpPr>
        <p:spPr>
          <a:xfrm rot="5400000" flipH="1" flipV="1">
            <a:off x="-148774" y="3639262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6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5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5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2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8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5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19" name="Oval 1918"/>
          <p:cNvSpPr/>
          <p:nvPr/>
        </p:nvSpPr>
        <p:spPr>
          <a:xfrm>
            <a:off x="3774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20" name="Teardrop 3"/>
          <p:cNvSpPr/>
          <p:nvPr/>
        </p:nvSpPr>
        <p:spPr>
          <a:xfrm rot="5400000" flipH="1" flipV="1">
            <a:off x="13875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1" name="Teardrop 3"/>
          <p:cNvSpPr/>
          <p:nvPr/>
        </p:nvSpPr>
        <p:spPr>
          <a:xfrm rot="5400000" flipH="1" flipV="1">
            <a:off x="22300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2" name="Teardrop 3"/>
          <p:cNvSpPr/>
          <p:nvPr/>
        </p:nvSpPr>
        <p:spPr>
          <a:xfrm rot="5400000" flipH="1" flipV="1">
            <a:off x="307261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3" name="Teardrop 3"/>
          <p:cNvSpPr/>
          <p:nvPr/>
        </p:nvSpPr>
        <p:spPr>
          <a:xfrm rot="5400000" flipH="1" flipV="1">
            <a:off x="391515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4" name="Teardrop 3"/>
          <p:cNvSpPr/>
          <p:nvPr/>
        </p:nvSpPr>
        <p:spPr>
          <a:xfrm rot="5400000" flipH="1" flipV="1">
            <a:off x="47576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5" name="Teardrop 3"/>
          <p:cNvSpPr/>
          <p:nvPr/>
        </p:nvSpPr>
        <p:spPr>
          <a:xfrm rot="5400000" flipH="1" flipV="1">
            <a:off x="56002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26" name="Oval 1925"/>
          <p:cNvSpPr/>
          <p:nvPr/>
        </p:nvSpPr>
        <p:spPr>
          <a:xfrm>
            <a:off x="12203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27" name="Oval 1926"/>
          <p:cNvSpPr/>
          <p:nvPr/>
        </p:nvSpPr>
        <p:spPr>
          <a:xfrm>
            <a:off x="20632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28" name="Oval 1927"/>
          <p:cNvSpPr/>
          <p:nvPr/>
        </p:nvSpPr>
        <p:spPr>
          <a:xfrm>
            <a:off x="29060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29" name="Oval 1928"/>
          <p:cNvSpPr/>
          <p:nvPr/>
        </p:nvSpPr>
        <p:spPr>
          <a:xfrm>
            <a:off x="374897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0" name="Oval 1929"/>
          <p:cNvSpPr/>
          <p:nvPr/>
        </p:nvSpPr>
        <p:spPr>
          <a:xfrm>
            <a:off x="45918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1" name="Oval 1930"/>
          <p:cNvSpPr/>
          <p:nvPr/>
        </p:nvSpPr>
        <p:spPr>
          <a:xfrm>
            <a:off x="54347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2" name="Oval 1931"/>
          <p:cNvSpPr/>
          <p:nvPr/>
        </p:nvSpPr>
        <p:spPr>
          <a:xfrm>
            <a:off x="62776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3" name="Teardrop 3"/>
          <p:cNvSpPr/>
          <p:nvPr/>
        </p:nvSpPr>
        <p:spPr>
          <a:xfrm rot="5400000" flipH="1" flipV="1">
            <a:off x="812785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34" name="Oval 1933"/>
          <p:cNvSpPr/>
          <p:nvPr/>
        </p:nvSpPr>
        <p:spPr>
          <a:xfrm>
            <a:off x="88062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5" name="Teardrop 3"/>
          <p:cNvSpPr/>
          <p:nvPr/>
        </p:nvSpPr>
        <p:spPr>
          <a:xfrm rot="5400000" flipH="1" flipV="1">
            <a:off x="728531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36" name="Oval 1935"/>
          <p:cNvSpPr/>
          <p:nvPr/>
        </p:nvSpPr>
        <p:spPr>
          <a:xfrm>
            <a:off x="796337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7" name="Teardrop 3"/>
          <p:cNvSpPr/>
          <p:nvPr/>
        </p:nvSpPr>
        <p:spPr>
          <a:xfrm rot="5400000" flipH="1" flipV="1">
            <a:off x="98129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38" name="Oval 1937"/>
          <p:cNvSpPr/>
          <p:nvPr/>
        </p:nvSpPr>
        <p:spPr>
          <a:xfrm>
            <a:off x="104920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39" name="Teardrop 3"/>
          <p:cNvSpPr/>
          <p:nvPr/>
        </p:nvSpPr>
        <p:spPr>
          <a:xfrm rot="5400000" flipH="1" flipV="1">
            <a:off x="89703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0" name="Oval 1939"/>
          <p:cNvSpPr/>
          <p:nvPr/>
        </p:nvSpPr>
        <p:spPr>
          <a:xfrm>
            <a:off x="96491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41" name="Teardrop 3"/>
          <p:cNvSpPr/>
          <p:nvPr/>
        </p:nvSpPr>
        <p:spPr>
          <a:xfrm rot="5400000" flipH="1" flipV="1">
            <a:off x="11498011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2" name="Teardrop 3"/>
          <p:cNvSpPr/>
          <p:nvPr/>
        </p:nvSpPr>
        <p:spPr>
          <a:xfrm rot="5400000" flipH="1" flipV="1">
            <a:off x="106554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3" name="Oval 1942"/>
          <p:cNvSpPr/>
          <p:nvPr/>
        </p:nvSpPr>
        <p:spPr>
          <a:xfrm>
            <a:off x="113348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1944" name="Teardrop 3"/>
          <p:cNvSpPr/>
          <p:nvPr/>
        </p:nvSpPr>
        <p:spPr>
          <a:xfrm rot="5400000" flipH="1" flipV="1">
            <a:off x="5449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5" name="Oval 1944"/>
          <p:cNvSpPr/>
          <p:nvPr/>
        </p:nvSpPr>
        <p:spPr>
          <a:xfrm>
            <a:off x="66645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6" name="Oval 1945"/>
          <p:cNvSpPr/>
          <p:nvPr/>
        </p:nvSpPr>
        <p:spPr>
          <a:xfrm>
            <a:off x="7667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7" name="Oval 1946"/>
          <p:cNvSpPr/>
          <p:nvPr/>
        </p:nvSpPr>
        <p:spPr>
          <a:xfrm>
            <a:off x="16092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8" name="Oval 1947"/>
          <p:cNvSpPr/>
          <p:nvPr/>
        </p:nvSpPr>
        <p:spPr>
          <a:xfrm>
            <a:off x="24518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49" name="Oval 1948"/>
          <p:cNvSpPr/>
          <p:nvPr/>
        </p:nvSpPr>
        <p:spPr>
          <a:xfrm>
            <a:off x="329435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0" name="Oval 1949"/>
          <p:cNvSpPr/>
          <p:nvPr/>
        </p:nvSpPr>
        <p:spPr>
          <a:xfrm>
            <a:off x="413689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1" name="Oval 1950"/>
          <p:cNvSpPr/>
          <p:nvPr/>
        </p:nvSpPr>
        <p:spPr>
          <a:xfrm>
            <a:off x="49794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2" name="Oval 1951"/>
          <p:cNvSpPr/>
          <p:nvPr/>
        </p:nvSpPr>
        <p:spPr>
          <a:xfrm>
            <a:off x="58219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3" name="Oval 1952"/>
          <p:cNvSpPr/>
          <p:nvPr/>
        </p:nvSpPr>
        <p:spPr>
          <a:xfrm>
            <a:off x="834959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4" name="Oval 1953"/>
          <p:cNvSpPr/>
          <p:nvPr/>
        </p:nvSpPr>
        <p:spPr>
          <a:xfrm>
            <a:off x="750705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5" name="Oval 1954"/>
          <p:cNvSpPr/>
          <p:nvPr/>
        </p:nvSpPr>
        <p:spPr>
          <a:xfrm>
            <a:off x="100346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6" name="Oval 1955"/>
          <p:cNvSpPr/>
          <p:nvPr/>
        </p:nvSpPr>
        <p:spPr>
          <a:xfrm>
            <a:off x="91921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7" name="Oval 1956"/>
          <p:cNvSpPr/>
          <p:nvPr/>
        </p:nvSpPr>
        <p:spPr>
          <a:xfrm>
            <a:off x="11719750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8" name="Oval 1957"/>
          <p:cNvSpPr/>
          <p:nvPr/>
        </p:nvSpPr>
        <p:spPr>
          <a:xfrm>
            <a:off x="108772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59" name="Teardrop 3"/>
          <p:cNvSpPr/>
          <p:nvPr/>
        </p:nvSpPr>
        <p:spPr>
          <a:xfrm rot="5400000" flipH="1" flipV="1">
            <a:off x="60211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0" name="Teardrop 3"/>
          <p:cNvSpPr/>
          <p:nvPr/>
        </p:nvSpPr>
        <p:spPr>
          <a:xfrm rot="5400000" flipH="1" flipV="1">
            <a:off x="9659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1" name="Teardrop 3"/>
          <p:cNvSpPr/>
          <p:nvPr/>
        </p:nvSpPr>
        <p:spPr>
          <a:xfrm rot="5400000" flipH="1" flipV="1">
            <a:off x="18084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2" name="Teardrop 3"/>
          <p:cNvSpPr/>
          <p:nvPr/>
        </p:nvSpPr>
        <p:spPr>
          <a:xfrm rot="5400000" flipH="1" flipV="1">
            <a:off x="265102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3" name="Teardrop 3"/>
          <p:cNvSpPr/>
          <p:nvPr/>
        </p:nvSpPr>
        <p:spPr>
          <a:xfrm rot="5400000" flipH="1" flipV="1">
            <a:off x="349356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4" name="Teardrop 3"/>
          <p:cNvSpPr/>
          <p:nvPr/>
        </p:nvSpPr>
        <p:spPr>
          <a:xfrm rot="5400000" flipH="1" flipV="1">
            <a:off x="43361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5" name="Teardrop 3"/>
          <p:cNvSpPr/>
          <p:nvPr/>
        </p:nvSpPr>
        <p:spPr>
          <a:xfrm rot="5400000" flipH="1" flipV="1">
            <a:off x="51786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6" name="Teardrop 3"/>
          <p:cNvSpPr/>
          <p:nvPr/>
        </p:nvSpPr>
        <p:spPr>
          <a:xfrm rot="5400000" flipH="1" flipV="1">
            <a:off x="770626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7" name="Teardrop 3"/>
          <p:cNvSpPr/>
          <p:nvPr/>
        </p:nvSpPr>
        <p:spPr>
          <a:xfrm rot="5400000" flipH="1" flipV="1">
            <a:off x="686372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8" name="Teardrop 3"/>
          <p:cNvSpPr/>
          <p:nvPr/>
        </p:nvSpPr>
        <p:spPr>
          <a:xfrm rot="5400000" flipH="1" flipV="1">
            <a:off x="93913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69" name="Teardrop 3"/>
          <p:cNvSpPr/>
          <p:nvPr/>
        </p:nvSpPr>
        <p:spPr>
          <a:xfrm rot="5400000" flipH="1" flipV="1">
            <a:off x="85488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0" name="Teardrop 3"/>
          <p:cNvSpPr/>
          <p:nvPr/>
        </p:nvSpPr>
        <p:spPr>
          <a:xfrm rot="5400000" flipH="1" flipV="1">
            <a:off x="11076421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1" name="Teardrop 3"/>
          <p:cNvSpPr/>
          <p:nvPr/>
        </p:nvSpPr>
        <p:spPr>
          <a:xfrm rot="5400000" flipH="1" flipV="1">
            <a:off x="102338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2" name="Teardrop 3"/>
          <p:cNvSpPr/>
          <p:nvPr/>
        </p:nvSpPr>
        <p:spPr>
          <a:xfrm rot="5400000" flipH="1" flipV="1">
            <a:off x="1234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3" name="Teardrop 3"/>
          <p:cNvSpPr/>
          <p:nvPr/>
        </p:nvSpPr>
        <p:spPr>
          <a:xfrm rot="5400000" flipH="1" flipV="1">
            <a:off x="11760002" y="4069935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8" y="250112"/>
                  <a:pt x="155376" y="250112"/>
                </a:cubicBezTo>
                <a:cubicBezTo>
                  <a:pt x="174455" y="249746"/>
                  <a:pt x="198601" y="254980"/>
                  <a:pt x="211458" y="268141"/>
                </a:cubicBezTo>
                <a:cubicBezTo>
                  <a:pt x="215886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7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60" y="254779"/>
                  <a:pt x="246352" y="254786"/>
                </a:cubicBezTo>
                <a:cubicBezTo>
                  <a:pt x="246345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70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9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90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4" name="Oval 1973"/>
          <p:cNvSpPr/>
          <p:nvPr/>
        </p:nvSpPr>
        <p:spPr>
          <a:xfrm>
            <a:off x="70866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5" name="Oval 1974"/>
          <p:cNvSpPr/>
          <p:nvPr/>
        </p:nvSpPr>
        <p:spPr>
          <a:xfrm>
            <a:off x="3463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6" name="Oval 1975"/>
          <p:cNvSpPr/>
          <p:nvPr/>
        </p:nvSpPr>
        <p:spPr>
          <a:xfrm>
            <a:off x="11888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7" name="Oval 1976"/>
          <p:cNvSpPr/>
          <p:nvPr/>
        </p:nvSpPr>
        <p:spPr>
          <a:xfrm>
            <a:off x="20314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8" name="Oval 1977"/>
          <p:cNvSpPr/>
          <p:nvPr/>
        </p:nvSpPr>
        <p:spPr>
          <a:xfrm>
            <a:off x="28739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79" name="Oval 1978"/>
          <p:cNvSpPr/>
          <p:nvPr/>
        </p:nvSpPr>
        <p:spPr>
          <a:xfrm>
            <a:off x="371649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0" name="Oval 1979"/>
          <p:cNvSpPr/>
          <p:nvPr/>
        </p:nvSpPr>
        <p:spPr>
          <a:xfrm>
            <a:off x="45590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1" name="Oval 1980"/>
          <p:cNvSpPr/>
          <p:nvPr/>
        </p:nvSpPr>
        <p:spPr>
          <a:xfrm>
            <a:off x="54015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2" name="Oval 1981"/>
          <p:cNvSpPr/>
          <p:nvPr/>
        </p:nvSpPr>
        <p:spPr>
          <a:xfrm>
            <a:off x="62441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3" name="Oval 1982"/>
          <p:cNvSpPr/>
          <p:nvPr/>
        </p:nvSpPr>
        <p:spPr>
          <a:xfrm>
            <a:off x="87717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4" name="Oval 1983"/>
          <p:cNvSpPr/>
          <p:nvPr/>
        </p:nvSpPr>
        <p:spPr>
          <a:xfrm>
            <a:off x="792919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5" name="Oval 1984"/>
          <p:cNvSpPr/>
          <p:nvPr/>
        </p:nvSpPr>
        <p:spPr>
          <a:xfrm>
            <a:off x="104568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6" name="Oval 1985"/>
          <p:cNvSpPr/>
          <p:nvPr/>
        </p:nvSpPr>
        <p:spPr>
          <a:xfrm>
            <a:off x="96142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7" name="Oval 1986"/>
          <p:cNvSpPr/>
          <p:nvPr/>
        </p:nvSpPr>
        <p:spPr>
          <a:xfrm>
            <a:off x="112993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8" name="Teardrop 3"/>
          <p:cNvSpPr/>
          <p:nvPr/>
        </p:nvSpPr>
        <p:spPr>
          <a:xfrm rot="5400000" flipH="1" flipV="1">
            <a:off x="663614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89" name="Teardrop 3"/>
          <p:cNvSpPr/>
          <p:nvPr/>
        </p:nvSpPr>
        <p:spPr>
          <a:xfrm rot="5400000" flipH="1" flipV="1">
            <a:off x="22905" y="4316257"/>
            <a:ext cx="232840" cy="278649"/>
          </a:xfrm>
          <a:custGeom>
            <a:avLst/>
            <a:gdLst/>
            <a:ahLst/>
            <a:cxnLst/>
            <a:rect l="l" t="t" r="r" b="b"/>
            <a:pathLst>
              <a:path w="232840" h="278649">
                <a:moveTo>
                  <a:pt x="232840" y="8776"/>
                </a:moveTo>
                <a:cubicBezTo>
                  <a:pt x="232449" y="34030"/>
                  <a:pt x="222519" y="59101"/>
                  <a:pt x="203250" y="78369"/>
                </a:cubicBezTo>
                <a:cubicBezTo>
                  <a:pt x="190082" y="91537"/>
                  <a:pt x="174206" y="100343"/>
                  <a:pt x="157326" y="104416"/>
                </a:cubicBezTo>
                <a:cubicBezTo>
                  <a:pt x="166417" y="119205"/>
                  <a:pt x="171406" y="136643"/>
                  <a:pt x="171406" y="155247"/>
                </a:cubicBezTo>
                <a:cubicBezTo>
                  <a:pt x="171406" y="182497"/>
                  <a:pt x="160701" y="207247"/>
                  <a:pt x="143120" y="225380"/>
                </a:cubicBezTo>
                <a:cubicBezTo>
                  <a:pt x="124986" y="242961"/>
                  <a:pt x="100237" y="253667"/>
                  <a:pt x="72986" y="253667"/>
                </a:cubicBezTo>
                <a:cubicBezTo>
                  <a:pt x="54383" y="253667"/>
                  <a:pt x="36945" y="248677"/>
                  <a:pt x="22156" y="239586"/>
                </a:cubicBezTo>
                <a:lnTo>
                  <a:pt x="0" y="278649"/>
                </a:lnTo>
                <a:lnTo>
                  <a:pt x="0" y="260595"/>
                </a:lnTo>
                <a:cubicBezTo>
                  <a:pt x="5973" y="252057"/>
                  <a:pt x="9654" y="242433"/>
                  <a:pt x="11467" y="232488"/>
                </a:cubicBezTo>
                <a:lnTo>
                  <a:pt x="0" y="218900"/>
                </a:lnTo>
                <a:lnTo>
                  <a:pt x="0" y="201603"/>
                </a:lnTo>
                <a:cubicBezTo>
                  <a:pt x="14950" y="226291"/>
                  <a:pt x="42305" y="241857"/>
                  <a:pt x="73296" y="241857"/>
                </a:cubicBezTo>
                <a:cubicBezTo>
                  <a:pt x="97207" y="241857"/>
                  <a:pt x="118953" y="232592"/>
                  <a:pt x="134965" y="217271"/>
                </a:cubicBezTo>
                <a:lnTo>
                  <a:pt x="0" y="82306"/>
                </a:lnTo>
                <a:lnTo>
                  <a:pt x="0" y="82216"/>
                </a:lnTo>
                <a:lnTo>
                  <a:pt x="135010" y="217225"/>
                </a:lnTo>
                <a:cubicBezTo>
                  <a:pt x="150331" y="201213"/>
                  <a:pt x="159597" y="179467"/>
                  <a:pt x="159597" y="155556"/>
                </a:cubicBezTo>
                <a:cubicBezTo>
                  <a:pt x="159597" y="105538"/>
                  <a:pt x="119048" y="64989"/>
                  <a:pt x="69030" y="64989"/>
                </a:cubicBezTo>
                <a:cubicBezTo>
                  <a:pt x="49952" y="65355"/>
                  <a:pt x="25806" y="60121"/>
                  <a:pt x="12948" y="46961"/>
                </a:cubicBezTo>
                <a:lnTo>
                  <a:pt x="0" y="66032"/>
                </a:lnTo>
                <a:lnTo>
                  <a:pt x="0" y="46474"/>
                </a:lnTo>
                <a:cubicBezTo>
                  <a:pt x="9193" y="32573"/>
                  <a:pt x="11853" y="16060"/>
                  <a:pt x="9334" y="0"/>
                </a:cubicBezTo>
                <a:lnTo>
                  <a:pt x="17529" y="0"/>
                </a:lnTo>
                <a:cubicBezTo>
                  <a:pt x="21671" y="11094"/>
                  <a:pt x="20740" y="22668"/>
                  <a:pt x="17673" y="33790"/>
                </a:cubicBezTo>
                <a:cubicBezTo>
                  <a:pt x="27631" y="50142"/>
                  <a:pt x="43609" y="53932"/>
                  <a:pt x="69593" y="53433"/>
                </a:cubicBezTo>
                <a:cubicBezTo>
                  <a:pt x="102600" y="53434"/>
                  <a:pt x="131938" y="69140"/>
                  <a:pt x="150227" y="93727"/>
                </a:cubicBezTo>
                <a:cubicBezTo>
                  <a:pt x="166735" y="90718"/>
                  <a:pt x="182357" y="82561"/>
                  <a:pt x="195118" y="69800"/>
                </a:cubicBezTo>
                <a:cubicBezTo>
                  <a:pt x="212026" y="52893"/>
                  <a:pt x="220851" y="30964"/>
                  <a:pt x="221339" y="8808"/>
                </a:cubicBezTo>
                <a:lnTo>
                  <a:pt x="136174" y="8808"/>
                </a:lnTo>
                <a:lnTo>
                  <a:pt x="136173" y="8744"/>
                </a:lnTo>
                <a:lnTo>
                  <a:pt x="221340" y="8744"/>
                </a:lnTo>
                <a:lnTo>
                  <a:pt x="219467" y="0"/>
                </a:lnTo>
                <a:lnTo>
                  <a:pt x="231012" y="0"/>
                </a:lnTo>
                <a:cubicBezTo>
                  <a:pt x="232616" y="2826"/>
                  <a:pt x="232794" y="5800"/>
                  <a:pt x="232840" y="877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0" name="Teardrop 3"/>
          <p:cNvSpPr/>
          <p:nvPr/>
        </p:nvSpPr>
        <p:spPr>
          <a:xfrm rot="5400000" flipH="1" flipV="1">
            <a:off x="158090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3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5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1" name="Teardrop 3"/>
          <p:cNvSpPr/>
          <p:nvPr/>
        </p:nvSpPr>
        <p:spPr>
          <a:xfrm rot="5400000" flipH="1" flipV="1">
            <a:off x="242344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2" name="Teardrop 3"/>
          <p:cNvSpPr/>
          <p:nvPr/>
        </p:nvSpPr>
        <p:spPr>
          <a:xfrm rot="5400000" flipH="1" flipV="1">
            <a:off x="326598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3" name="Teardrop 3"/>
          <p:cNvSpPr/>
          <p:nvPr/>
        </p:nvSpPr>
        <p:spPr>
          <a:xfrm rot="5400000" flipH="1" flipV="1">
            <a:off x="410852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6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4" name="Teardrop 3"/>
          <p:cNvSpPr/>
          <p:nvPr/>
        </p:nvSpPr>
        <p:spPr>
          <a:xfrm rot="5400000" flipH="1" flipV="1">
            <a:off x="495106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5" name="Teardrop 3"/>
          <p:cNvSpPr/>
          <p:nvPr/>
        </p:nvSpPr>
        <p:spPr>
          <a:xfrm rot="5400000" flipH="1" flipV="1">
            <a:off x="579360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6" name="Teardrop 3"/>
          <p:cNvSpPr/>
          <p:nvPr/>
        </p:nvSpPr>
        <p:spPr>
          <a:xfrm rot="5400000" flipH="1" flipV="1">
            <a:off x="832122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7" name="Teardrop 3"/>
          <p:cNvSpPr/>
          <p:nvPr/>
        </p:nvSpPr>
        <p:spPr>
          <a:xfrm rot="5400000" flipH="1" flipV="1">
            <a:off x="747868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6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8" name="Teardrop 3"/>
          <p:cNvSpPr/>
          <p:nvPr/>
        </p:nvSpPr>
        <p:spPr>
          <a:xfrm rot="5400000" flipH="1" flipV="1">
            <a:off x="1000630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99" name="Teardrop 3"/>
          <p:cNvSpPr/>
          <p:nvPr/>
        </p:nvSpPr>
        <p:spPr>
          <a:xfrm rot="5400000" flipH="1" flipV="1">
            <a:off x="916376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7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6"/>
                  <a:pt x="5972" y="26608"/>
                  <a:pt x="0" y="18073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00" name="Teardrop 3"/>
          <p:cNvSpPr/>
          <p:nvPr/>
        </p:nvSpPr>
        <p:spPr>
          <a:xfrm rot="5400000" flipH="1" flipV="1">
            <a:off x="11691380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01" name="Teardrop 3"/>
          <p:cNvSpPr/>
          <p:nvPr/>
        </p:nvSpPr>
        <p:spPr>
          <a:xfrm rot="5400000" flipH="1" flipV="1">
            <a:off x="1084884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6"/>
                  <a:pt x="5972" y="26608"/>
                  <a:pt x="0" y="18073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02" name="Teardrop 3"/>
          <p:cNvSpPr/>
          <p:nvPr/>
        </p:nvSpPr>
        <p:spPr>
          <a:xfrm rot="5400000" flipH="1" flipV="1">
            <a:off x="733383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3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8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03" name="Oval 1651"/>
          <p:cNvSpPr/>
          <p:nvPr/>
        </p:nvSpPr>
        <p:spPr>
          <a:xfrm>
            <a:off x="812619" y="4561319"/>
            <a:ext cx="11030995" cy="10682"/>
          </a:xfrm>
          <a:custGeom>
            <a:avLst/>
            <a:gdLst/>
            <a:ahLst/>
            <a:cxnLst/>
            <a:rect l="l" t="t" r="r" b="b"/>
            <a:pathLst>
              <a:path w="11030995" h="10682">
                <a:moveTo>
                  <a:pt x="10992007" y="0"/>
                </a:moveTo>
                <a:cubicBezTo>
                  <a:pt x="11006265" y="0"/>
                  <a:pt x="11019702" y="3516"/>
                  <a:pt x="11030995" y="10682"/>
                </a:cubicBezTo>
                <a:lnTo>
                  <a:pt x="10953019" y="10682"/>
                </a:lnTo>
                <a:cubicBezTo>
                  <a:pt x="10964312" y="3516"/>
                  <a:pt x="10977749" y="0"/>
                  <a:pt x="10992007" y="0"/>
                </a:cubicBezTo>
                <a:close/>
                <a:moveTo>
                  <a:pt x="10149468" y="0"/>
                </a:moveTo>
                <a:cubicBezTo>
                  <a:pt x="10163726" y="0"/>
                  <a:pt x="10177163" y="3516"/>
                  <a:pt x="10188456" y="10682"/>
                </a:cubicBezTo>
                <a:lnTo>
                  <a:pt x="10110480" y="10682"/>
                </a:lnTo>
                <a:cubicBezTo>
                  <a:pt x="10121773" y="3516"/>
                  <a:pt x="10135210" y="0"/>
                  <a:pt x="10149468" y="0"/>
                </a:cubicBezTo>
                <a:close/>
                <a:moveTo>
                  <a:pt x="9306928" y="0"/>
                </a:moveTo>
                <a:cubicBezTo>
                  <a:pt x="9321186" y="0"/>
                  <a:pt x="9334623" y="3516"/>
                  <a:pt x="9345916" y="10682"/>
                </a:cubicBezTo>
                <a:lnTo>
                  <a:pt x="9267940" y="10682"/>
                </a:lnTo>
                <a:cubicBezTo>
                  <a:pt x="9279233" y="3516"/>
                  <a:pt x="9292670" y="0"/>
                  <a:pt x="9306928" y="0"/>
                </a:cubicBezTo>
                <a:close/>
                <a:moveTo>
                  <a:pt x="8464388" y="0"/>
                </a:moveTo>
                <a:cubicBezTo>
                  <a:pt x="8478646" y="0"/>
                  <a:pt x="8492083" y="3516"/>
                  <a:pt x="8503376" y="10682"/>
                </a:cubicBezTo>
                <a:lnTo>
                  <a:pt x="8425400" y="10682"/>
                </a:lnTo>
                <a:cubicBezTo>
                  <a:pt x="8436693" y="3516"/>
                  <a:pt x="8450130" y="0"/>
                  <a:pt x="8464388" y="0"/>
                </a:cubicBezTo>
                <a:close/>
                <a:moveTo>
                  <a:pt x="7621848" y="0"/>
                </a:moveTo>
                <a:cubicBezTo>
                  <a:pt x="7636106" y="0"/>
                  <a:pt x="7649543" y="3516"/>
                  <a:pt x="7660836" y="10682"/>
                </a:cubicBezTo>
                <a:lnTo>
                  <a:pt x="7582860" y="10682"/>
                </a:lnTo>
                <a:cubicBezTo>
                  <a:pt x="7594153" y="3516"/>
                  <a:pt x="7607590" y="0"/>
                  <a:pt x="7621848" y="0"/>
                </a:cubicBezTo>
                <a:close/>
                <a:moveTo>
                  <a:pt x="6779308" y="0"/>
                </a:moveTo>
                <a:cubicBezTo>
                  <a:pt x="6793566" y="0"/>
                  <a:pt x="6807003" y="3516"/>
                  <a:pt x="6818296" y="10682"/>
                </a:cubicBezTo>
                <a:lnTo>
                  <a:pt x="6740320" y="10682"/>
                </a:lnTo>
                <a:cubicBezTo>
                  <a:pt x="6751613" y="3516"/>
                  <a:pt x="6765050" y="0"/>
                  <a:pt x="6779308" y="0"/>
                </a:cubicBezTo>
                <a:close/>
                <a:moveTo>
                  <a:pt x="5936768" y="0"/>
                </a:moveTo>
                <a:cubicBezTo>
                  <a:pt x="5951026" y="0"/>
                  <a:pt x="5964463" y="3516"/>
                  <a:pt x="5975757" y="10682"/>
                </a:cubicBezTo>
                <a:lnTo>
                  <a:pt x="5897780" y="10682"/>
                </a:lnTo>
                <a:cubicBezTo>
                  <a:pt x="5909073" y="3516"/>
                  <a:pt x="5922510" y="0"/>
                  <a:pt x="5936768" y="0"/>
                </a:cubicBezTo>
                <a:close/>
                <a:moveTo>
                  <a:pt x="5094228" y="0"/>
                </a:moveTo>
                <a:cubicBezTo>
                  <a:pt x="5108486" y="0"/>
                  <a:pt x="5121923" y="3516"/>
                  <a:pt x="5133217" y="10682"/>
                </a:cubicBezTo>
                <a:lnTo>
                  <a:pt x="5055240" y="10682"/>
                </a:lnTo>
                <a:cubicBezTo>
                  <a:pt x="5066533" y="3516"/>
                  <a:pt x="5079970" y="0"/>
                  <a:pt x="5094228" y="0"/>
                </a:cubicBezTo>
                <a:close/>
                <a:moveTo>
                  <a:pt x="4251688" y="0"/>
                </a:moveTo>
                <a:cubicBezTo>
                  <a:pt x="4265946" y="0"/>
                  <a:pt x="4279383" y="3516"/>
                  <a:pt x="4290676" y="10682"/>
                </a:cubicBezTo>
                <a:lnTo>
                  <a:pt x="4212700" y="10682"/>
                </a:lnTo>
                <a:cubicBezTo>
                  <a:pt x="4223993" y="3516"/>
                  <a:pt x="4237430" y="0"/>
                  <a:pt x="4251688" y="0"/>
                </a:cubicBezTo>
                <a:close/>
                <a:moveTo>
                  <a:pt x="3409148" y="0"/>
                </a:moveTo>
                <a:cubicBezTo>
                  <a:pt x="3423406" y="0"/>
                  <a:pt x="3436843" y="3516"/>
                  <a:pt x="3448136" y="10682"/>
                </a:cubicBezTo>
                <a:lnTo>
                  <a:pt x="3370160" y="10682"/>
                </a:lnTo>
                <a:cubicBezTo>
                  <a:pt x="3381453" y="3516"/>
                  <a:pt x="3394890" y="0"/>
                  <a:pt x="3409148" y="0"/>
                </a:cubicBezTo>
                <a:close/>
                <a:moveTo>
                  <a:pt x="2566608" y="0"/>
                </a:moveTo>
                <a:cubicBezTo>
                  <a:pt x="2580866" y="0"/>
                  <a:pt x="2594303" y="3516"/>
                  <a:pt x="2605596" y="10682"/>
                </a:cubicBezTo>
                <a:lnTo>
                  <a:pt x="2527620" y="10682"/>
                </a:lnTo>
                <a:cubicBezTo>
                  <a:pt x="2538913" y="3516"/>
                  <a:pt x="2552350" y="0"/>
                  <a:pt x="2566608" y="0"/>
                </a:cubicBezTo>
                <a:close/>
                <a:moveTo>
                  <a:pt x="1724068" y="0"/>
                </a:moveTo>
                <a:cubicBezTo>
                  <a:pt x="1738326" y="0"/>
                  <a:pt x="1751763" y="3516"/>
                  <a:pt x="1763056" y="10682"/>
                </a:cubicBezTo>
                <a:lnTo>
                  <a:pt x="1685080" y="10682"/>
                </a:lnTo>
                <a:cubicBezTo>
                  <a:pt x="1696373" y="3516"/>
                  <a:pt x="1709810" y="0"/>
                  <a:pt x="1724068" y="0"/>
                </a:cubicBezTo>
                <a:close/>
                <a:moveTo>
                  <a:pt x="881528" y="0"/>
                </a:moveTo>
                <a:cubicBezTo>
                  <a:pt x="895786" y="0"/>
                  <a:pt x="909223" y="3516"/>
                  <a:pt x="920516" y="10682"/>
                </a:cubicBezTo>
                <a:lnTo>
                  <a:pt x="842540" y="10682"/>
                </a:lnTo>
                <a:cubicBezTo>
                  <a:pt x="853833" y="3516"/>
                  <a:pt x="867270" y="0"/>
                  <a:pt x="881528" y="0"/>
                </a:cubicBezTo>
                <a:close/>
                <a:moveTo>
                  <a:pt x="38988" y="0"/>
                </a:moveTo>
                <a:cubicBezTo>
                  <a:pt x="53246" y="0"/>
                  <a:pt x="66683" y="3516"/>
                  <a:pt x="77976" y="10682"/>
                </a:cubicBezTo>
                <a:lnTo>
                  <a:pt x="0" y="10682"/>
                </a:lnTo>
                <a:cubicBezTo>
                  <a:pt x="11293" y="3516"/>
                  <a:pt x="24730" y="0"/>
                  <a:pt x="3898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09729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3186891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roup 525"/>
          <p:cNvGrpSpPr/>
          <p:nvPr/>
        </p:nvGrpSpPr>
        <p:grpSpPr>
          <a:xfrm>
            <a:off x="0" y="420256"/>
            <a:ext cx="12188952" cy="3795497"/>
            <a:chOff x="0" y="420256"/>
            <a:chExt cx="12188952" cy="3795497"/>
          </a:xfrm>
        </p:grpSpPr>
        <p:cxnSp>
          <p:nvCxnSpPr>
            <p:cNvPr id="527" name="Straight Connector 526"/>
            <p:cNvCxnSpPr/>
            <p:nvPr/>
          </p:nvCxnSpPr>
          <p:spPr>
            <a:xfrm>
              <a:off x="0" y="4215753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Straight Connector 527"/>
            <p:cNvCxnSpPr/>
            <p:nvPr/>
          </p:nvCxnSpPr>
          <p:spPr>
            <a:xfrm>
              <a:off x="0" y="3794032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Straight Connector 528"/>
            <p:cNvCxnSpPr/>
            <p:nvPr/>
          </p:nvCxnSpPr>
          <p:spPr>
            <a:xfrm>
              <a:off x="0" y="3372310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Straight Connector 529"/>
            <p:cNvCxnSpPr/>
            <p:nvPr/>
          </p:nvCxnSpPr>
          <p:spPr>
            <a:xfrm>
              <a:off x="0" y="2950588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Straight Connector 530"/>
            <p:cNvCxnSpPr/>
            <p:nvPr/>
          </p:nvCxnSpPr>
          <p:spPr>
            <a:xfrm>
              <a:off x="0" y="2528866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/>
            <p:cNvCxnSpPr/>
            <p:nvPr/>
          </p:nvCxnSpPr>
          <p:spPr>
            <a:xfrm>
              <a:off x="0" y="2107144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Straight Connector 532"/>
            <p:cNvCxnSpPr/>
            <p:nvPr/>
          </p:nvCxnSpPr>
          <p:spPr>
            <a:xfrm>
              <a:off x="0" y="1685422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Straight Connector 533"/>
            <p:cNvCxnSpPr/>
            <p:nvPr/>
          </p:nvCxnSpPr>
          <p:spPr>
            <a:xfrm>
              <a:off x="0" y="1263700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Straight Connector 534"/>
            <p:cNvCxnSpPr/>
            <p:nvPr/>
          </p:nvCxnSpPr>
          <p:spPr>
            <a:xfrm>
              <a:off x="0" y="841978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Straight Connector 535"/>
            <p:cNvCxnSpPr/>
            <p:nvPr/>
          </p:nvCxnSpPr>
          <p:spPr>
            <a:xfrm>
              <a:off x="0" y="420256"/>
              <a:ext cx="12188952" cy="0"/>
            </a:xfrm>
            <a:prstGeom prst="line">
              <a:avLst/>
            </a:prstGeom>
            <a:ln w="1397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7" name="Rectangle 379"/>
          <p:cNvSpPr/>
          <p:nvPr/>
        </p:nvSpPr>
        <p:spPr>
          <a:xfrm rot="18900000" flipV="1">
            <a:off x="9445819" y="-965459"/>
            <a:ext cx="13717" cy="6493220"/>
          </a:xfrm>
          <a:custGeom>
            <a:avLst/>
            <a:gdLst/>
            <a:ahLst/>
            <a:cxnLst/>
            <a:rect l="l" t="t" r="r" b="b"/>
            <a:pathLst>
              <a:path w="13717" h="6493220">
                <a:moveTo>
                  <a:pt x="1" y="6493220"/>
                </a:moveTo>
                <a:lnTo>
                  <a:pt x="13717" y="647950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38" name="Rectangle 56"/>
          <p:cNvSpPr/>
          <p:nvPr/>
        </p:nvSpPr>
        <p:spPr>
          <a:xfrm>
            <a:off x="0" y="0"/>
            <a:ext cx="11816540" cy="4572004"/>
          </a:xfrm>
          <a:custGeom>
            <a:avLst/>
            <a:gdLst/>
            <a:ahLst/>
            <a:cxnLst/>
            <a:rect l="l" t="t" r="r" b="b"/>
            <a:pathLst>
              <a:path w="11816540" h="4572004">
                <a:moveTo>
                  <a:pt x="11802824" y="4"/>
                </a:moveTo>
                <a:lnTo>
                  <a:pt x="11816540" y="4"/>
                </a:lnTo>
                <a:lnTo>
                  <a:pt x="11816540" y="4572004"/>
                </a:lnTo>
                <a:lnTo>
                  <a:pt x="11802824" y="4572004"/>
                </a:lnTo>
                <a:close/>
                <a:moveTo>
                  <a:pt x="5901406" y="4"/>
                </a:moveTo>
                <a:lnTo>
                  <a:pt x="5915122" y="4"/>
                </a:lnTo>
                <a:lnTo>
                  <a:pt x="5915122" y="4572004"/>
                </a:lnTo>
                <a:lnTo>
                  <a:pt x="5901406" y="4572004"/>
                </a:lnTo>
                <a:close/>
                <a:moveTo>
                  <a:pt x="10959754" y="3"/>
                </a:moveTo>
                <a:lnTo>
                  <a:pt x="10973470" y="3"/>
                </a:lnTo>
                <a:lnTo>
                  <a:pt x="10973470" y="4572003"/>
                </a:lnTo>
                <a:lnTo>
                  <a:pt x="10959754" y="4572003"/>
                </a:lnTo>
                <a:close/>
                <a:moveTo>
                  <a:pt x="5058348" y="3"/>
                </a:moveTo>
                <a:lnTo>
                  <a:pt x="5072064" y="3"/>
                </a:lnTo>
                <a:lnTo>
                  <a:pt x="5072064" y="4572003"/>
                </a:lnTo>
                <a:lnTo>
                  <a:pt x="5058348" y="4572003"/>
                </a:lnTo>
                <a:close/>
                <a:moveTo>
                  <a:pt x="11381283" y="2"/>
                </a:moveTo>
                <a:lnTo>
                  <a:pt x="11394999" y="2"/>
                </a:lnTo>
                <a:lnTo>
                  <a:pt x="11394999" y="4572002"/>
                </a:lnTo>
                <a:lnTo>
                  <a:pt x="11381283" y="4572002"/>
                </a:lnTo>
                <a:close/>
                <a:moveTo>
                  <a:pt x="10538225" y="2"/>
                </a:moveTo>
                <a:lnTo>
                  <a:pt x="10551941" y="2"/>
                </a:lnTo>
                <a:lnTo>
                  <a:pt x="10551941" y="4572002"/>
                </a:lnTo>
                <a:lnTo>
                  <a:pt x="10538225" y="4572002"/>
                </a:lnTo>
                <a:close/>
                <a:moveTo>
                  <a:pt x="10116696" y="2"/>
                </a:moveTo>
                <a:lnTo>
                  <a:pt x="10130412" y="2"/>
                </a:lnTo>
                <a:lnTo>
                  <a:pt x="10130412" y="4572002"/>
                </a:lnTo>
                <a:lnTo>
                  <a:pt x="10116696" y="4572002"/>
                </a:lnTo>
                <a:close/>
                <a:moveTo>
                  <a:pt x="6322935" y="2"/>
                </a:moveTo>
                <a:lnTo>
                  <a:pt x="6336651" y="2"/>
                </a:lnTo>
                <a:lnTo>
                  <a:pt x="6336651" y="4572002"/>
                </a:lnTo>
                <a:lnTo>
                  <a:pt x="6322935" y="4572002"/>
                </a:lnTo>
                <a:close/>
                <a:moveTo>
                  <a:pt x="5479877" y="2"/>
                </a:moveTo>
                <a:lnTo>
                  <a:pt x="5493593" y="2"/>
                </a:lnTo>
                <a:lnTo>
                  <a:pt x="5493593" y="4572002"/>
                </a:lnTo>
                <a:lnTo>
                  <a:pt x="5479877" y="4572002"/>
                </a:lnTo>
                <a:close/>
                <a:moveTo>
                  <a:pt x="4636819" y="2"/>
                </a:moveTo>
                <a:lnTo>
                  <a:pt x="4650535" y="2"/>
                </a:lnTo>
                <a:lnTo>
                  <a:pt x="4650535" y="4572002"/>
                </a:lnTo>
                <a:lnTo>
                  <a:pt x="4636819" y="4572002"/>
                </a:lnTo>
                <a:close/>
                <a:moveTo>
                  <a:pt x="4215290" y="2"/>
                </a:moveTo>
                <a:lnTo>
                  <a:pt x="4229006" y="2"/>
                </a:lnTo>
                <a:lnTo>
                  <a:pt x="4229006" y="4572002"/>
                </a:lnTo>
                <a:lnTo>
                  <a:pt x="4215290" y="4572002"/>
                </a:lnTo>
                <a:close/>
                <a:moveTo>
                  <a:pt x="421529" y="2"/>
                </a:moveTo>
                <a:lnTo>
                  <a:pt x="435245" y="2"/>
                </a:lnTo>
                <a:lnTo>
                  <a:pt x="435245" y="4572002"/>
                </a:lnTo>
                <a:lnTo>
                  <a:pt x="421529" y="4572002"/>
                </a:lnTo>
                <a:close/>
                <a:moveTo>
                  <a:pt x="0" y="2"/>
                </a:moveTo>
                <a:lnTo>
                  <a:pt x="13716" y="2"/>
                </a:lnTo>
                <a:lnTo>
                  <a:pt x="13716" y="4572002"/>
                </a:lnTo>
                <a:lnTo>
                  <a:pt x="0" y="4572002"/>
                </a:lnTo>
                <a:close/>
                <a:moveTo>
                  <a:pt x="9273638" y="1"/>
                </a:moveTo>
                <a:lnTo>
                  <a:pt x="9287354" y="1"/>
                </a:lnTo>
                <a:lnTo>
                  <a:pt x="9287354" y="4572001"/>
                </a:lnTo>
                <a:lnTo>
                  <a:pt x="9273638" y="4572001"/>
                </a:lnTo>
                <a:close/>
                <a:moveTo>
                  <a:pt x="3372232" y="1"/>
                </a:moveTo>
                <a:lnTo>
                  <a:pt x="3385948" y="1"/>
                </a:lnTo>
                <a:lnTo>
                  <a:pt x="3385948" y="4572001"/>
                </a:lnTo>
                <a:lnTo>
                  <a:pt x="3372232" y="4572001"/>
                </a:lnTo>
                <a:close/>
                <a:moveTo>
                  <a:pt x="9695167" y="0"/>
                </a:moveTo>
                <a:lnTo>
                  <a:pt x="9708883" y="0"/>
                </a:lnTo>
                <a:lnTo>
                  <a:pt x="9708883" y="4572000"/>
                </a:lnTo>
                <a:lnTo>
                  <a:pt x="9695167" y="4572000"/>
                </a:lnTo>
                <a:close/>
                <a:moveTo>
                  <a:pt x="8852109" y="0"/>
                </a:moveTo>
                <a:lnTo>
                  <a:pt x="8865825" y="0"/>
                </a:lnTo>
                <a:lnTo>
                  <a:pt x="8865825" y="4572000"/>
                </a:lnTo>
                <a:lnTo>
                  <a:pt x="8852109" y="4572000"/>
                </a:lnTo>
                <a:close/>
                <a:moveTo>
                  <a:pt x="8430580" y="0"/>
                </a:moveTo>
                <a:lnTo>
                  <a:pt x="8444296" y="0"/>
                </a:lnTo>
                <a:lnTo>
                  <a:pt x="8444296" y="4572000"/>
                </a:lnTo>
                <a:lnTo>
                  <a:pt x="8430580" y="4572000"/>
                </a:lnTo>
                <a:close/>
                <a:moveTo>
                  <a:pt x="8009051" y="0"/>
                </a:moveTo>
                <a:lnTo>
                  <a:pt x="8022767" y="0"/>
                </a:lnTo>
                <a:lnTo>
                  <a:pt x="8022767" y="4572000"/>
                </a:lnTo>
                <a:lnTo>
                  <a:pt x="8009051" y="4572000"/>
                </a:lnTo>
                <a:close/>
                <a:moveTo>
                  <a:pt x="7587522" y="0"/>
                </a:moveTo>
                <a:lnTo>
                  <a:pt x="7601238" y="0"/>
                </a:lnTo>
                <a:lnTo>
                  <a:pt x="7601238" y="4572000"/>
                </a:lnTo>
                <a:lnTo>
                  <a:pt x="7587522" y="4572000"/>
                </a:lnTo>
                <a:close/>
                <a:moveTo>
                  <a:pt x="7165993" y="0"/>
                </a:moveTo>
                <a:lnTo>
                  <a:pt x="7179709" y="0"/>
                </a:lnTo>
                <a:lnTo>
                  <a:pt x="7179709" y="4572000"/>
                </a:lnTo>
                <a:lnTo>
                  <a:pt x="7165993" y="4572000"/>
                </a:lnTo>
                <a:close/>
                <a:moveTo>
                  <a:pt x="6744464" y="0"/>
                </a:moveTo>
                <a:lnTo>
                  <a:pt x="6758180" y="0"/>
                </a:lnTo>
                <a:lnTo>
                  <a:pt x="6758180" y="4572000"/>
                </a:lnTo>
                <a:lnTo>
                  <a:pt x="6744464" y="4572000"/>
                </a:lnTo>
                <a:close/>
                <a:moveTo>
                  <a:pt x="3793761" y="0"/>
                </a:moveTo>
                <a:lnTo>
                  <a:pt x="3807477" y="0"/>
                </a:lnTo>
                <a:lnTo>
                  <a:pt x="3807477" y="4572000"/>
                </a:lnTo>
                <a:lnTo>
                  <a:pt x="3793761" y="4572000"/>
                </a:lnTo>
                <a:close/>
                <a:moveTo>
                  <a:pt x="2950703" y="0"/>
                </a:moveTo>
                <a:lnTo>
                  <a:pt x="2964419" y="0"/>
                </a:lnTo>
                <a:lnTo>
                  <a:pt x="2964419" y="4572000"/>
                </a:lnTo>
                <a:lnTo>
                  <a:pt x="2950703" y="4572000"/>
                </a:lnTo>
                <a:close/>
                <a:moveTo>
                  <a:pt x="2529174" y="0"/>
                </a:moveTo>
                <a:lnTo>
                  <a:pt x="2542890" y="0"/>
                </a:lnTo>
                <a:lnTo>
                  <a:pt x="2542890" y="4572000"/>
                </a:lnTo>
                <a:lnTo>
                  <a:pt x="2529174" y="4572000"/>
                </a:lnTo>
                <a:close/>
                <a:moveTo>
                  <a:pt x="2107645" y="0"/>
                </a:moveTo>
                <a:lnTo>
                  <a:pt x="2121361" y="0"/>
                </a:lnTo>
                <a:lnTo>
                  <a:pt x="2121361" y="4572000"/>
                </a:lnTo>
                <a:lnTo>
                  <a:pt x="2107645" y="4572000"/>
                </a:lnTo>
                <a:close/>
                <a:moveTo>
                  <a:pt x="1686116" y="0"/>
                </a:moveTo>
                <a:lnTo>
                  <a:pt x="1699832" y="0"/>
                </a:lnTo>
                <a:lnTo>
                  <a:pt x="1699832" y="4572000"/>
                </a:lnTo>
                <a:lnTo>
                  <a:pt x="1686116" y="4572000"/>
                </a:lnTo>
                <a:close/>
                <a:moveTo>
                  <a:pt x="1264587" y="0"/>
                </a:moveTo>
                <a:lnTo>
                  <a:pt x="1278303" y="0"/>
                </a:lnTo>
                <a:lnTo>
                  <a:pt x="1278303" y="4572000"/>
                </a:lnTo>
                <a:lnTo>
                  <a:pt x="1264587" y="4572000"/>
                </a:lnTo>
                <a:close/>
                <a:moveTo>
                  <a:pt x="843058" y="0"/>
                </a:moveTo>
                <a:lnTo>
                  <a:pt x="856774" y="0"/>
                </a:lnTo>
                <a:lnTo>
                  <a:pt x="856774" y="4572000"/>
                </a:lnTo>
                <a:lnTo>
                  <a:pt x="843058" y="457200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39" name="Rectangle 87"/>
          <p:cNvSpPr/>
          <p:nvPr/>
        </p:nvSpPr>
        <p:spPr>
          <a:xfrm rot="2700000">
            <a:off x="2311242" y="-967047"/>
            <a:ext cx="13716" cy="6570294"/>
          </a:xfrm>
          <a:custGeom>
            <a:avLst/>
            <a:gdLst/>
            <a:ahLst/>
            <a:cxnLst/>
            <a:rect l="l" t="t" r="r" b="b"/>
            <a:pathLst>
              <a:path w="13716" h="6570294">
                <a:moveTo>
                  <a:pt x="0" y="6556578"/>
                </a:moveTo>
                <a:lnTo>
                  <a:pt x="13716" y="6570294"/>
                </a:lnTo>
                <a:lnTo>
                  <a:pt x="13716" y="6570294"/>
                </a:lnTo>
                <a:lnTo>
                  <a:pt x="0" y="6556578"/>
                </a:lnTo>
                <a:close/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0" name="Rectangle 88"/>
          <p:cNvSpPr/>
          <p:nvPr/>
        </p:nvSpPr>
        <p:spPr>
          <a:xfrm rot="2700000">
            <a:off x="3186527" y="-953751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1" name="Rectangle 89"/>
          <p:cNvSpPr/>
          <p:nvPr/>
        </p:nvSpPr>
        <p:spPr>
          <a:xfrm rot="2700000">
            <a:off x="4029713" y="-953750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7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2" name="Rectangle 90"/>
          <p:cNvSpPr/>
          <p:nvPr/>
        </p:nvSpPr>
        <p:spPr>
          <a:xfrm rot="2700000">
            <a:off x="4872899" y="-953750"/>
            <a:ext cx="13716" cy="6479503"/>
          </a:xfrm>
          <a:custGeom>
            <a:avLst/>
            <a:gdLst/>
            <a:ahLst/>
            <a:cxnLst/>
            <a:rect l="l" t="t" r="r" b="b"/>
            <a:pathLst>
              <a:path w="13716" h="6479503">
                <a:moveTo>
                  <a:pt x="0" y="13716"/>
                </a:moveTo>
                <a:lnTo>
                  <a:pt x="13716" y="0"/>
                </a:lnTo>
                <a:lnTo>
                  <a:pt x="13716" y="6465786"/>
                </a:lnTo>
                <a:lnTo>
                  <a:pt x="0" y="647950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3" name="Rectangle 91"/>
          <p:cNvSpPr/>
          <p:nvPr/>
        </p:nvSpPr>
        <p:spPr>
          <a:xfrm rot="2700000">
            <a:off x="5716086" y="-953749"/>
            <a:ext cx="13716" cy="6479501"/>
          </a:xfrm>
          <a:custGeom>
            <a:avLst/>
            <a:gdLst/>
            <a:ahLst/>
            <a:cxnLst/>
            <a:rect l="l" t="t" r="r" b="b"/>
            <a:pathLst>
              <a:path w="13716" h="6479501">
                <a:moveTo>
                  <a:pt x="0" y="13716"/>
                </a:moveTo>
                <a:lnTo>
                  <a:pt x="13716" y="0"/>
                </a:lnTo>
                <a:lnTo>
                  <a:pt x="13716" y="6465785"/>
                </a:lnTo>
                <a:lnTo>
                  <a:pt x="0" y="6479501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4" name="Rectangle 92"/>
          <p:cNvSpPr/>
          <p:nvPr/>
        </p:nvSpPr>
        <p:spPr>
          <a:xfrm rot="2700000">
            <a:off x="6559272" y="-953750"/>
            <a:ext cx="13716" cy="6479502"/>
          </a:xfrm>
          <a:custGeom>
            <a:avLst/>
            <a:gdLst/>
            <a:ahLst/>
            <a:cxnLst/>
            <a:rect l="l" t="t" r="r" b="b"/>
            <a:pathLst>
              <a:path w="13716" h="6479502">
                <a:moveTo>
                  <a:pt x="0" y="13716"/>
                </a:moveTo>
                <a:lnTo>
                  <a:pt x="13716" y="0"/>
                </a:lnTo>
                <a:lnTo>
                  <a:pt x="13715" y="6465787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5" name="Rectangle 93"/>
          <p:cNvSpPr/>
          <p:nvPr/>
        </p:nvSpPr>
        <p:spPr>
          <a:xfrm rot="2700000">
            <a:off x="7402457" y="-944051"/>
            <a:ext cx="13717" cy="6479502"/>
          </a:xfrm>
          <a:custGeom>
            <a:avLst/>
            <a:gdLst/>
            <a:ahLst/>
            <a:cxnLst/>
            <a:rect l="l" t="t" r="r" b="b"/>
            <a:pathLst>
              <a:path w="13717" h="6479502">
                <a:moveTo>
                  <a:pt x="0" y="13716"/>
                </a:moveTo>
                <a:lnTo>
                  <a:pt x="13717" y="0"/>
                </a:lnTo>
                <a:lnTo>
                  <a:pt x="13716" y="6465787"/>
                </a:lnTo>
                <a:lnTo>
                  <a:pt x="1" y="647950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6" name="Rectangle 94"/>
          <p:cNvSpPr/>
          <p:nvPr/>
        </p:nvSpPr>
        <p:spPr>
          <a:xfrm rot="2700000">
            <a:off x="8245644" y="-953750"/>
            <a:ext cx="13716" cy="6479502"/>
          </a:xfrm>
          <a:custGeom>
            <a:avLst/>
            <a:gdLst/>
            <a:ahLst/>
            <a:cxnLst/>
            <a:rect l="l" t="t" r="r" b="b"/>
            <a:pathLst>
              <a:path w="13716" h="6479502">
                <a:moveTo>
                  <a:pt x="0" y="13716"/>
                </a:moveTo>
                <a:lnTo>
                  <a:pt x="13716" y="0"/>
                </a:lnTo>
                <a:lnTo>
                  <a:pt x="13715" y="6465787"/>
                </a:lnTo>
                <a:lnTo>
                  <a:pt x="0" y="647950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7" name="Rectangle 95"/>
          <p:cNvSpPr/>
          <p:nvPr/>
        </p:nvSpPr>
        <p:spPr>
          <a:xfrm rot="2700000">
            <a:off x="9088831" y="-953750"/>
            <a:ext cx="13717" cy="6479503"/>
          </a:xfrm>
          <a:custGeom>
            <a:avLst/>
            <a:gdLst/>
            <a:ahLst/>
            <a:cxnLst/>
            <a:rect l="l" t="t" r="r" b="b"/>
            <a:pathLst>
              <a:path w="13717" h="6479503">
                <a:moveTo>
                  <a:pt x="13717" y="0"/>
                </a:moveTo>
                <a:lnTo>
                  <a:pt x="13716" y="6465787"/>
                </a:lnTo>
                <a:lnTo>
                  <a:pt x="0" y="6479503"/>
                </a:lnTo>
                <a:lnTo>
                  <a:pt x="1" y="1371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8" name="Rectangle 96"/>
          <p:cNvSpPr/>
          <p:nvPr/>
        </p:nvSpPr>
        <p:spPr>
          <a:xfrm rot="2700000">
            <a:off x="9912896" y="-907596"/>
            <a:ext cx="13716" cy="6425429"/>
          </a:xfrm>
          <a:custGeom>
            <a:avLst/>
            <a:gdLst/>
            <a:ahLst/>
            <a:cxnLst/>
            <a:rect l="l" t="t" r="r" b="b"/>
            <a:pathLst>
              <a:path w="13716" h="6425429">
                <a:moveTo>
                  <a:pt x="0" y="0"/>
                </a:moveTo>
                <a:lnTo>
                  <a:pt x="13716" y="13717"/>
                </a:lnTo>
                <a:lnTo>
                  <a:pt x="13716" y="6411713"/>
                </a:lnTo>
                <a:lnTo>
                  <a:pt x="0" y="6425429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49" name="Rectangle 97"/>
          <p:cNvSpPr/>
          <p:nvPr/>
        </p:nvSpPr>
        <p:spPr>
          <a:xfrm rot="2700000">
            <a:off x="10334491" y="110221"/>
            <a:ext cx="13717" cy="5232981"/>
          </a:xfrm>
          <a:custGeom>
            <a:avLst/>
            <a:gdLst/>
            <a:ahLst/>
            <a:cxnLst/>
            <a:rect l="l" t="t" r="r" b="b"/>
            <a:pathLst>
              <a:path w="13717" h="5232981">
                <a:moveTo>
                  <a:pt x="0" y="0"/>
                </a:moveTo>
                <a:lnTo>
                  <a:pt x="13717" y="13716"/>
                </a:lnTo>
                <a:lnTo>
                  <a:pt x="13717" y="5219264"/>
                </a:lnTo>
                <a:lnTo>
                  <a:pt x="1" y="5232981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0" name="Rectangle 98"/>
          <p:cNvSpPr/>
          <p:nvPr/>
        </p:nvSpPr>
        <p:spPr>
          <a:xfrm rot="2700000">
            <a:off x="10756084" y="1128037"/>
            <a:ext cx="13716" cy="4040537"/>
          </a:xfrm>
          <a:custGeom>
            <a:avLst/>
            <a:gdLst/>
            <a:ahLst/>
            <a:cxnLst/>
            <a:rect l="l" t="t" r="r" b="b"/>
            <a:pathLst>
              <a:path w="13716" h="4040537">
                <a:moveTo>
                  <a:pt x="0" y="0"/>
                </a:moveTo>
                <a:lnTo>
                  <a:pt x="13716" y="13716"/>
                </a:lnTo>
                <a:lnTo>
                  <a:pt x="13715" y="4026822"/>
                </a:lnTo>
                <a:lnTo>
                  <a:pt x="1" y="404053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1" name="Rectangle 99"/>
          <p:cNvSpPr/>
          <p:nvPr/>
        </p:nvSpPr>
        <p:spPr>
          <a:xfrm rot="2700000">
            <a:off x="11177678" y="2145853"/>
            <a:ext cx="13716" cy="2848091"/>
          </a:xfrm>
          <a:custGeom>
            <a:avLst/>
            <a:gdLst/>
            <a:ahLst/>
            <a:cxnLst/>
            <a:rect l="l" t="t" r="r" b="b"/>
            <a:pathLst>
              <a:path w="13716" h="2848091">
                <a:moveTo>
                  <a:pt x="0" y="0"/>
                </a:moveTo>
                <a:lnTo>
                  <a:pt x="13716" y="13716"/>
                </a:lnTo>
                <a:lnTo>
                  <a:pt x="13715" y="2834375"/>
                </a:lnTo>
                <a:lnTo>
                  <a:pt x="0" y="2848091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2" name="Rectangle 100"/>
          <p:cNvSpPr/>
          <p:nvPr/>
        </p:nvSpPr>
        <p:spPr>
          <a:xfrm rot="2700000">
            <a:off x="11599272" y="3163669"/>
            <a:ext cx="13715" cy="1655644"/>
          </a:xfrm>
          <a:custGeom>
            <a:avLst/>
            <a:gdLst/>
            <a:ahLst/>
            <a:cxnLst/>
            <a:rect l="l" t="t" r="r" b="b"/>
            <a:pathLst>
              <a:path w="13715" h="1655644">
                <a:moveTo>
                  <a:pt x="0" y="0"/>
                </a:moveTo>
                <a:lnTo>
                  <a:pt x="13715" y="13716"/>
                </a:lnTo>
                <a:lnTo>
                  <a:pt x="13715" y="1641929"/>
                </a:lnTo>
                <a:lnTo>
                  <a:pt x="0" y="1655644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3" name="Rectangle 101"/>
          <p:cNvSpPr/>
          <p:nvPr/>
        </p:nvSpPr>
        <p:spPr>
          <a:xfrm rot="2700000">
            <a:off x="12020868" y="4181493"/>
            <a:ext cx="13715" cy="463189"/>
          </a:xfrm>
          <a:custGeom>
            <a:avLst/>
            <a:gdLst/>
            <a:ahLst/>
            <a:cxnLst/>
            <a:rect l="l" t="t" r="r" b="b"/>
            <a:pathLst>
              <a:path w="13715" h="463189">
                <a:moveTo>
                  <a:pt x="1" y="0"/>
                </a:moveTo>
                <a:lnTo>
                  <a:pt x="13715" y="13716"/>
                </a:lnTo>
                <a:lnTo>
                  <a:pt x="13715" y="449474"/>
                </a:lnTo>
                <a:lnTo>
                  <a:pt x="0" y="463189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4" name="Rectangle 102"/>
          <p:cNvSpPr/>
          <p:nvPr/>
        </p:nvSpPr>
        <p:spPr>
          <a:xfrm rot="2700000">
            <a:off x="203277" y="-93899"/>
            <a:ext cx="13716" cy="608068"/>
          </a:xfrm>
          <a:custGeom>
            <a:avLst/>
            <a:gdLst/>
            <a:ahLst/>
            <a:cxnLst/>
            <a:rect l="l" t="t" r="r" b="b"/>
            <a:pathLst>
              <a:path w="13716" h="608068">
                <a:moveTo>
                  <a:pt x="0" y="13716"/>
                </a:moveTo>
                <a:lnTo>
                  <a:pt x="13716" y="0"/>
                </a:lnTo>
                <a:lnTo>
                  <a:pt x="13716" y="608068"/>
                </a:lnTo>
                <a:lnTo>
                  <a:pt x="0" y="59435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5" name="Rectangle 103"/>
          <p:cNvSpPr/>
          <p:nvPr/>
        </p:nvSpPr>
        <p:spPr>
          <a:xfrm rot="2700000">
            <a:off x="624870" y="-268529"/>
            <a:ext cx="13716" cy="1800514"/>
          </a:xfrm>
          <a:custGeom>
            <a:avLst/>
            <a:gdLst/>
            <a:ahLst/>
            <a:cxnLst/>
            <a:rect l="l" t="t" r="r" b="b"/>
            <a:pathLst>
              <a:path w="13716" h="1800514">
                <a:moveTo>
                  <a:pt x="0" y="13716"/>
                </a:moveTo>
                <a:lnTo>
                  <a:pt x="13716" y="0"/>
                </a:lnTo>
                <a:lnTo>
                  <a:pt x="13716" y="1800514"/>
                </a:lnTo>
                <a:lnTo>
                  <a:pt x="0" y="1786798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6" name="Rectangle 104"/>
          <p:cNvSpPr/>
          <p:nvPr/>
        </p:nvSpPr>
        <p:spPr>
          <a:xfrm rot="2700000">
            <a:off x="1046463" y="-443158"/>
            <a:ext cx="13716" cy="2992958"/>
          </a:xfrm>
          <a:custGeom>
            <a:avLst/>
            <a:gdLst/>
            <a:ahLst/>
            <a:cxnLst/>
            <a:rect l="l" t="t" r="r" b="b"/>
            <a:pathLst>
              <a:path w="13716" h="2992958">
                <a:moveTo>
                  <a:pt x="0" y="13716"/>
                </a:moveTo>
                <a:lnTo>
                  <a:pt x="13716" y="0"/>
                </a:lnTo>
                <a:lnTo>
                  <a:pt x="13716" y="2992958"/>
                </a:lnTo>
                <a:lnTo>
                  <a:pt x="0" y="2979242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7" name="Rectangle 105"/>
          <p:cNvSpPr/>
          <p:nvPr/>
        </p:nvSpPr>
        <p:spPr>
          <a:xfrm rot="2700000">
            <a:off x="1468056" y="-617788"/>
            <a:ext cx="13716" cy="4185404"/>
          </a:xfrm>
          <a:custGeom>
            <a:avLst/>
            <a:gdLst/>
            <a:ahLst/>
            <a:cxnLst/>
            <a:rect l="l" t="t" r="r" b="b"/>
            <a:pathLst>
              <a:path w="13716" h="4185404">
                <a:moveTo>
                  <a:pt x="0" y="13716"/>
                </a:moveTo>
                <a:lnTo>
                  <a:pt x="13716" y="0"/>
                </a:lnTo>
                <a:lnTo>
                  <a:pt x="13716" y="4185404"/>
                </a:lnTo>
                <a:lnTo>
                  <a:pt x="0" y="4171688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8" name="Rectangle 106"/>
          <p:cNvSpPr/>
          <p:nvPr/>
        </p:nvSpPr>
        <p:spPr>
          <a:xfrm rot="2700000">
            <a:off x="1889649" y="-792416"/>
            <a:ext cx="13716" cy="5377849"/>
          </a:xfrm>
          <a:custGeom>
            <a:avLst/>
            <a:gdLst/>
            <a:ahLst/>
            <a:cxnLst/>
            <a:rect l="l" t="t" r="r" b="b"/>
            <a:pathLst>
              <a:path w="13716" h="5377849">
                <a:moveTo>
                  <a:pt x="0" y="13716"/>
                </a:moveTo>
                <a:lnTo>
                  <a:pt x="13716" y="0"/>
                </a:lnTo>
                <a:lnTo>
                  <a:pt x="13716" y="5377849"/>
                </a:lnTo>
                <a:lnTo>
                  <a:pt x="0" y="536413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59" name="Rectangle 148"/>
          <p:cNvSpPr/>
          <p:nvPr/>
        </p:nvSpPr>
        <p:spPr>
          <a:xfrm rot="18900000" flipV="1">
            <a:off x="2070569" y="-450209"/>
            <a:ext cx="13716" cy="5889566"/>
          </a:xfrm>
          <a:custGeom>
            <a:avLst/>
            <a:gdLst/>
            <a:ahLst/>
            <a:cxnLst/>
            <a:rect l="l" t="t" r="r" b="b"/>
            <a:pathLst>
              <a:path w="13716" h="5889566">
                <a:moveTo>
                  <a:pt x="13716" y="5889566"/>
                </a:moveTo>
                <a:lnTo>
                  <a:pt x="13716" y="0"/>
                </a:lnTo>
                <a:lnTo>
                  <a:pt x="0" y="13716"/>
                </a:lnTo>
                <a:lnTo>
                  <a:pt x="0" y="587585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0" name="Rectangle 323"/>
          <p:cNvSpPr/>
          <p:nvPr/>
        </p:nvSpPr>
        <p:spPr>
          <a:xfrm rot="18900000" flipV="1">
            <a:off x="1648976" y="567610"/>
            <a:ext cx="13716" cy="4697119"/>
          </a:xfrm>
          <a:custGeom>
            <a:avLst/>
            <a:gdLst/>
            <a:ahLst/>
            <a:cxnLst/>
            <a:rect l="l" t="t" r="r" b="b"/>
            <a:pathLst>
              <a:path w="13716" h="4697119">
                <a:moveTo>
                  <a:pt x="13716" y="4697119"/>
                </a:moveTo>
                <a:lnTo>
                  <a:pt x="13716" y="0"/>
                </a:lnTo>
                <a:lnTo>
                  <a:pt x="0" y="13716"/>
                </a:lnTo>
                <a:lnTo>
                  <a:pt x="0" y="468340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1" name="Rectangle 324"/>
          <p:cNvSpPr/>
          <p:nvPr/>
        </p:nvSpPr>
        <p:spPr>
          <a:xfrm rot="18900000" flipV="1">
            <a:off x="1227383" y="1585424"/>
            <a:ext cx="13716" cy="3504674"/>
          </a:xfrm>
          <a:custGeom>
            <a:avLst/>
            <a:gdLst/>
            <a:ahLst/>
            <a:cxnLst/>
            <a:rect l="l" t="t" r="r" b="b"/>
            <a:pathLst>
              <a:path w="13716" h="3504674">
                <a:moveTo>
                  <a:pt x="13716" y="3504674"/>
                </a:moveTo>
                <a:lnTo>
                  <a:pt x="13716" y="0"/>
                </a:lnTo>
                <a:lnTo>
                  <a:pt x="0" y="13716"/>
                </a:lnTo>
                <a:lnTo>
                  <a:pt x="0" y="3490958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2" name="Rectangle 325"/>
          <p:cNvSpPr/>
          <p:nvPr/>
        </p:nvSpPr>
        <p:spPr>
          <a:xfrm rot="18900000" flipV="1">
            <a:off x="805790" y="2603242"/>
            <a:ext cx="13716" cy="2312226"/>
          </a:xfrm>
          <a:custGeom>
            <a:avLst/>
            <a:gdLst/>
            <a:ahLst/>
            <a:cxnLst/>
            <a:rect l="l" t="t" r="r" b="b"/>
            <a:pathLst>
              <a:path w="13716" h="2312226">
                <a:moveTo>
                  <a:pt x="13716" y="2312226"/>
                </a:moveTo>
                <a:lnTo>
                  <a:pt x="13716" y="0"/>
                </a:lnTo>
                <a:lnTo>
                  <a:pt x="0" y="13716"/>
                </a:lnTo>
                <a:lnTo>
                  <a:pt x="0" y="229851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3" name="Rectangle 326"/>
          <p:cNvSpPr/>
          <p:nvPr/>
        </p:nvSpPr>
        <p:spPr>
          <a:xfrm rot="18900000" flipV="1">
            <a:off x="384198" y="3621057"/>
            <a:ext cx="13716" cy="1119782"/>
          </a:xfrm>
          <a:custGeom>
            <a:avLst/>
            <a:gdLst/>
            <a:ahLst/>
            <a:cxnLst/>
            <a:rect l="l" t="t" r="r" b="b"/>
            <a:pathLst>
              <a:path w="13716" h="1119782">
                <a:moveTo>
                  <a:pt x="13716" y="1119782"/>
                </a:moveTo>
                <a:lnTo>
                  <a:pt x="13716" y="0"/>
                </a:lnTo>
                <a:lnTo>
                  <a:pt x="0" y="13716"/>
                </a:lnTo>
                <a:lnTo>
                  <a:pt x="0" y="110606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4" name="Rectangle 371"/>
          <p:cNvSpPr/>
          <p:nvPr/>
        </p:nvSpPr>
        <p:spPr>
          <a:xfrm rot="18900000" flipV="1">
            <a:off x="2705180" y="-953749"/>
            <a:ext cx="13716" cy="6479500"/>
          </a:xfrm>
          <a:custGeom>
            <a:avLst/>
            <a:gdLst/>
            <a:ahLst/>
            <a:cxnLst/>
            <a:rect l="l" t="t" r="r" b="b"/>
            <a:pathLst>
              <a:path w="13716" h="6479500">
                <a:moveTo>
                  <a:pt x="0" y="6479500"/>
                </a:moveTo>
                <a:lnTo>
                  <a:pt x="13716" y="646578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5" name="Rectangle 373"/>
          <p:cNvSpPr/>
          <p:nvPr/>
        </p:nvSpPr>
        <p:spPr>
          <a:xfrm rot="18900000" flipV="1">
            <a:off x="4391552" y="-953749"/>
            <a:ext cx="13716" cy="6479500"/>
          </a:xfrm>
          <a:custGeom>
            <a:avLst/>
            <a:gdLst/>
            <a:ahLst/>
            <a:cxnLst/>
            <a:rect l="l" t="t" r="r" b="b"/>
            <a:pathLst>
              <a:path w="13716" h="6479500">
                <a:moveTo>
                  <a:pt x="0" y="6479500"/>
                </a:moveTo>
                <a:lnTo>
                  <a:pt x="13716" y="6465784"/>
                </a:lnTo>
                <a:lnTo>
                  <a:pt x="13716" y="0"/>
                </a:lnTo>
                <a:lnTo>
                  <a:pt x="0" y="13715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6" name="Rectangle 375"/>
          <p:cNvSpPr/>
          <p:nvPr/>
        </p:nvSpPr>
        <p:spPr>
          <a:xfrm rot="18900000" flipV="1">
            <a:off x="6077925" y="-953749"/>
            <a:ext cx="13716" cy="6479501"/>
          </a:xfrm>
          <a:custGeom>
            <a:avLst/>
            <a:gdLst/>
            <a:ahLst/>
            <a:cxnLst/>
            <a:rect l="l" t="t" r="r" b="b"/>
            <a:pathLst>
              <a:path w="13716" h="6479501">
                <a:moveTo>
                  <a:pt x="0" y="6479501"/>
                </a:moveTo>
                <a:lnTo>
                  <a:pt x="13716" y="6465785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7" name="Rectangle 376"/>
          <p:cNvSpPr/>
          <p:nvPr/>
        </p:nvSpPr>
        <p:spPr>
          <a:xfrm rot="18900000" flipV="1">
            <a:off x="6916261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13716" y="6479504"/>
                </a:moveTo>
                <a:lnTo>
                  <a:pt x="13716" y="0"/>
                </a:lnTo>
                <a:lnTo>
                  <a:pt x="0" y="13717"/>
                </a:lnTo>
                <a:lnTo>
                  <a:pt x="0" y="6493219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8" name="Rectangle 377"/>
          <p:cNvSpPr/>
          <p:nvPr/>
        </p:nvSpPr>
        <p:spPr>
          <a:xfrm rot="18900000" flipV="1">
            <a:off x="7759447" y="-965458"/>
            <a:ext cx="13717" cy="6493219"/>
          </a:xfrm>
          <a:custGeom>
            <a:avLst/>
            <a:gdLst/>
            <a:ahLst/>
            <a:cxnLst/>
            <a:rect l="l" t="t" r="r" b="b"/>
            <a:pathLst>
              <a:path w="13717" h="6493219">
                <a:moveTo>
                  <a:pt x="0" y="6493219"/>
                </a:moveTo>
                <a:lnTo>
                  <a:pt x="13716" y="6479502"/>
                </a:lnTo>
                <a:lnTo>
                  <a:pt x="13717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69" name="Rectangle 378"/>
          <p:cNvSpPr/>
          <p:nvPr/>
        </p:nvSpPr>
        <p:spPr>
          <a:xfrm rot="18900000" flipV="1">
            <a:off x="8602633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13716" y="6479504"/>
                </a:moveTo>
                <a:lnTo>
                  <a:pt x="13716" y="0"/>
                </a:lnTo>
                <a:lnTo>
                  <a:pt x="0" y="13716"/>
                </a:lnTo>
                <a:lnTo>
                  <a:pt x="0" y="6493219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0" name="Rectangle 138"/>
          <p:cNvSpPr/>
          <p:nvPr/>
        </p:nvSpPr>
        <p:spPr>
          <a:xfrm rot="18900000" flipV="1">
            <a:off x="10088968" y="-882602"/>
            <a:ext cx="13716" cy="5927431"/>
          </a:xfrm>
          <a:custGeom>
            <a:avLst/>
            <a:gdLst/>
            <a:ahLst/>
            <a:cxnLst/>
            <a:rect l="l" t="t" r="r" b="b"/>
            <a:pathLst>
              <a:path w="13716" h="5927431">
                <a:moveTo>
                  <a:pt x="0" y="5927431"/>
                </a:moveTo>
                <a:lnTo>
                  <a:pt x="13715" y="5913716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1" name="Rectangle 139"/>
          <p:cNvSpPr/>
          <p:nvPr/>
        </p:nvSpPr>
        <p:spPr>
          <a:xfrm rot="18900000" flipV="1">
            <a:off x="10510562" y="-707971"/>
            <a:ext cx="13716" cy="4734985"/>
          </a:xfrm>
          <a:custGeom>
            <a:avLst/>
            <a:gdLst/>
            <a:ahLst/>
            <a:cxnLst/>
            <a:rect l="l" t="t" r="r" b="b"/>
            <a:pathLst>
              <a:path w="13716" h="4734985">
                <a:moveTo>
                  <a:pt x="0" y="4734985"/>
                </a:moveTo>
                <a:lnTo>
                  <a:pt x="13715" y="4721270"/>
                </a:lnTo>
                <a:lnTo>
                  <a:pt x="13716" y="1371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2" name="Rectangle 140"/>
          <p:cNvSpPr/>
          <p:nvPr/>
        </p:nvSpPr>
        <p:spPr>
          <a:xfrm rot="18900000" flipV="1">
            <a:off x="10932155" y="-533342"/>
            <a:ext cx="13716" cy="3542540"/>
          </a:xfrm>
          <a:custGeom>
            <a:avLst/>
            <a:gdLst/>
            <a:ahLst/>
            <a:cxnLst/>
            <a:rect l="l" t="t" r="r" b="b"/>
            <a:pathLst>
              <a:path w="13716" h="3542540">
                <a:moveTo>
                  <a:pt x="0" y="3542540"/>
                </a:moveTo>
                <a:lnTo>
                  <a:pt x="13715" y="3528825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3" name="Rectangle 141"/>
          <p:cNvSpPr/>
          <p:nvPr/>
        </p:nvSpPr>
        <p:spPr>
          <a:xfrm rot="18900000" flipV="1">
            <a:off x="11353748" y="-358712"/>
            <a:ext cx="13716" cy="2350095"/>
          </a:xfrm>
          <a:custGeom>
            <a:avLst/>
            <a:gdLst/>
            <a:ahLst/>
            <a:cxnLst/>
            <a:rect l="l" t="t" r="r" b="b"/>
            <a:pathLst>
              <a:path w="13716" h="2350095">
                <a:moveTo>
                  <a:pt x="0" y="2350095"/>
                </a:moveTo>
                <a:lnTo>
                  <a:pt x="13715" y="2336380"/>
                </a:lnTo>
                <a:lnTo>
                  <a:pt x="13716" y="1371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4" name="Rectangle 142"/>
          <p:cNvSpPr/>
          <p:nvPr/>
        </p:nvSpPr>
        <p:spPr>
          <a:xfrm rot="18900000" flipV="1">
            <a:off x="11775341" y="-184083"/>
            <a:ext cx="13716" cy="1157650"/>
          </a:xfrm>
          <a:custGeom>
            <a:avLst/>
            <a:gdLst/>
            <a:ahLst/>
            <a:cxnLst/>
            <a:rect l="l" t="t" r="r" b="b"/>
            <a:pathLst>
              <a:path w="13716" h="1157650">
                <a:moveTo>
                  <a:pt x="0" y="1157650"/>
                </a:moveTo>
                <a:lnTo>
                  <a:pt x="13716" y="1143934"/>
                </a:lnTo>
                <a:lnTo>
                  <a:pt x="13716" y="1371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5" name="Rectangle 372"/>
          <p:cNvSpPr/>
          <p:nvPr/>
        </p:nvSpPr>
        <p:spPr>
          <a:xfrm rot="18900000" flipV="1">
            <a:off x="3543517" y="-965458"/>
            <a:ext cx="13716" cy="6493219"/>
          </a:xfrm>
          <a:custGeom>
            <a:avLst/>
            <a:gdLst/>
            <a:ahLst/>
            <a:cxnLst/>
            <a:rect l="l" t="t" r="r" b="b"/>
            <a:pathLst>
              <a:path w="13716" h="6493219">
                <a:moveTo>
                  <a:pt x="0" y="6493219"/>
                </a:moveTo>
                <a:lnTo>
                  <a:pt x="13716" y="6479503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6" name="Rectangle 374"/>
          <p:cNvSpPr/>
          <p:nvPr/>
        </p:nvSpPr>
        <p:spPr>
          <a:xfrm rot="18900000" flipV="1">
            <a:off x="5229889" y="-965458"/>
            <a:ext cx="13716" cy="6493220"/>
          </a:xfrm>
          <a:custGeom>
            <a:avLst/>
            <a:gdLst/>
            <a:ahLst/>
            <a:cxnLst/>
            <a:rect l="l" t="t" r="r" b="b"/>
            <a:pathLst>
              <a:path w="13716" h="6493220">
                <a:moveTo>
                  <a:pt x="0" y="6493220"/>
                </a:moveTo>
                <a:lnTo>
                  <a:pt x="13716" y="6479504"/>
                </a:lnTo>
                <a:lnTo>
                  <a:pt x="13716" y="0"/>
                </a:lnTo>
                <a:lnTo>
                  <a:pt x="0" y="1371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7" name="Teardrop 3"/>
          <p:cNvSpPr/>
          <p:nvPr/>
        </p:nvSpPr>
        <p:spPr>
          <a:xfrm rot="5400000" flipH="1" flipV="1">
            <a:off x="64427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8" name="Teardrop 3"/>
          <p:cNvSpPr/>
          <p:nvPr/>
        </p:nvSpPr>
        <p:spPr>
          <a:xfrm rot="5400000" flipH="1" flipV="1">
            <a:off x="-148774" y="258315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1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6" y="223846"/>
                </a:cubicBezTo>
                <a:lnTo>
                  <a:pt x="221347" y="232509"/>
                </a:lnTo>
                <a:cubicBezTo>
                  <a:pt x="224389" y="249009"/>
                  <a:pt x="232545" y="264623"/>
                  <a:pt x="245300" y="277378"/>
                </a:cubicBezTo>
                <a:cubicBezTo>
                  <a:pt x="262207" y="294285"/>
                  <a:pt x="284136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0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39" y="207247"/>
                  <a:pt x="61434" y="182497"/>
                  <a:pt x="61434" y="155247"/>
                </a:cubicBezTo>
                <a:cubicBezTo>
                  <a:pt x="61434" y="136673"/>
                  <a:pt x="66407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89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1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4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6" y="0"/>
                </a:lnTo>
                <a:cubicBezTo>
                  <a:pt x="219687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8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8" y="30964"/>
                  <a:pt x="601147" y="8808"/>
                </a:cubicBezTo>
                <a:lnTo>
                  <a:pt x="515981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79" name="Teardrop 3"/>
          <p:cNvSpPr/>
          <p:nvPr/>
        </p:nvSpPr>
        <p:spPr>
          <a:xfrm rot="5400000" flipH="1" flipV="1">
            <a:off x="13875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0" name="Teardrop 3"/>
          <p:cNvSpPr/>
          <p:nvPr/>
        </p:nvSpPr>
        <p:spPr>
          <a:xfrm rot="5400000" flipH="1" flipV="1">
            <a:off x="22300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1" name="Teardrop 3"/>
          <p:cNvSpPr/>
          <p:nvPr/>
        </p:nvSpPr>
        <p:spPr>
          <a:xfrm rot="5400000" flipH="1" flipV="1">
            <a:off x="307261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2" name="Teardrop 3"/>
          <p:cNvSpPr/>
          <p:nvPr/>
        </p:nvSpPr>
        <p:spPr>
          <a:xfrm rot="5400000" flipH="1" flipV="1">
            <a:off x="391515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3" name="Teardrop 3"/>
          <p:cNvSpPr/>
          <p:nvPr/>
        </p:nvSpPr>
        <p:spPr>
          <a:xfrm rot="5400000" flipH="1" flipV="1">
            <a:off x="47576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4" name="Teardrop 3"/>
          <p:cNvSpPr/>
          <p:nvPr/>
        </p:nvSpPr>
        <p:spPr>
          <a:xfrm rot="5400000" flipH="1" flipV="1">
            <a:off x="56002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5" name="Teardrop 3"/>
          <p:cNvSpPr/>
          <p:nvPr/>
        </p:nvSpPr>
        <p:spPr>
          <a:xfrm rot="5400000" flipH="1" flipV="1">
            <a:off x="812785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6" name="Teardrop 3"/>
          <p:cNvSpPr/>
          <p:nvPr/>
        </p:nvSpPr>
        <p:spPr>
          <a:xfrm rot="5400000" flipH="1" flipV="1">
            <a:off x="728531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7" name="Teardrop 3"/>
          <p:cNvSpPr/>
          <p:nvPr/>
        </p:nvSpPr>
        <p:spPr>
          <a:xfrm rot="5400000" flipH="1" flipV="1">
            <a:off x="981293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8" name="Teardrop 3"/>
          <p:cNvSpPr/>
          <p:nvPr/>
        </p:nvSpPr>
        <p:spPr>
          <a:xfrm rot="5400000" flipH="1" flipV="1">
            <a:off x="89703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89" name="Teardrop 3"/>
          <p:cNvSpPr/>
          <p:nvPr/>
        </p:nvSpPr>
        <p:spPr>
          <a:xfrm rot="5400000" flipH="1" flipV="1">
            <a:off x="11498011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0" name="Teardrop 3"/>
          <p:cNvSpPr/>
          <p:nvPr/>
        </p:nvSpPr>
        <p:spPr>
          <a:xfrm rot="5400000" flipH="1" flipV="1">
            <a:off x="1065547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1" name="Teardrop 3"/>
          <p:cNvSpPr/>
          <p:nvPr/>
        </p:nvSpPr>
        <p:spPr>
          <a:xfrm rot="5400000" flipH="1" flipV="1">
            <a:off x="544992" y="109541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2" name="Oval 591"/>
          <p:cNvSpPr/>
          <p:nvPr/>
        </p:nvSpPr>
        <p:spPr>
          <a:xfrm>
            <a:off x="66645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3" name="Oval 167"/>
          <p:cNvSpPr/>
          <p:nvPr/>
        </p:nvSpPr>
        <p:spPr>
          <a:xfrm>
            <a:off x="0" y="331699"/>
            <a:ext cx="93942" cy="4240302"/>
          </a:xfrm>
          <a:custGeom>
            <a:avLst/>
            <a:gdLst/>
            <a:ahLst/>
            <a:cxnLst/>
            <a:rect l="l" t="t" r="r" b="b"/>
            <a:pathLst>
              <a:path w="93942" h="4240302">
                <a:moveTo>
                  <a:pt x="9066" y="4229620"/>
                </a:moveTo>
                <a:cubicBezTo>
                  <a:pt x="23324" y="4229620"/>
                  <a:pt x="36761" y="4233136"/>
                  <a:pt x="48054" y="4240302"/>
                </a:cubicBezTo>
                <a:lnTo>
                  <a:pt x="0" y="4240302"/>
                </a:lnTo>
                <a:lnTo>
                  <a:pt x="0" y="4231451"/>
                </a:lnTo>
                <a:cubicBezTo>
                  <a:pt x="2881" y="4229788"/>
                  <a:pt x="5954" y="4229620"/>
                  <a:pt x="9066" y="4229620"/>
                </a:cubicBezTo>
                <a:close/>
                <a:moveTo>
                  <a:pt x="9066" y="3380947"/>
                </a:moveTo>
                <a:cubicBezTo>
                  <a:pt x="55942" y="3380947"/>
                  <a:pt x="93942" y="3418947"/>
                  <a:pt x="93942" y="3465822"/>
                </a:cubicBezTo>
                <a:cubicBezTo>
                  <a:pt x="93942" y="3512697"/>
                  <a:pt x="55942" y="3550697"/>
                  <a:pt x="9066" y="3550697"/>
                </a:cubicBezTo>
                <a:lnTo>
                  <a:pt x="0" y="3548867"/>
                </a:lnTo>
                <a:lnTo>
                  <a:pt x="0" y="3382777"/>
                </a:lnTo>
                <a:cubicBezTo>
                  <a:pt x="2881" y="3381115"/>
                  <a:pt x="5954" y="3380947"/>
                  <a:pt x="9066" y="3380947"/>
                </a:cubicBezTo>
                <a:close/>
                <a:moveTo>
                  <a:pt x="9066" y="2536768"/>
                </a:moveTo>
                <a:cubicBezTo>
                  <a:pt x="55942" y="2536768"/>
                  <a:pt x="93942" y="2574768"/>
                  <a:pt x="93942" y="2621643"/>
                </a:cubicBezTo>
                <a:cubicBezTo>
                  <a:pt x="93942" y="2668518"/>
                  <a:pt x="55942" y="2706518"/>
                  <a:pt x="9066" y="2706518"/>
                </a:cubicBezTo>
                <a:lnTo>
                  <a:pt x="0" y="2704688"/>
                </a:lnTo>
                <a:lnTo>
                  <a:pt x="0" y="2538598"/>
                </a:lnTo>
                <a:cubicBezTo>
                  <a:pt x="2881" y="2536936"/>
                  <a:pt x="5954" y="2536768"/>
                  <a:pt x="9066" y="2536768"/>
                </a:cubicBezTo>
                <a:close/>
                <a:moveTo>
                  <a:pt x="9066" y="1688095"/>
                </a:moveTo>
                <a:cubicBezTo>
                  <a:pt x="55942" y="1688095"/>
                  <a:pt x="93942" y="1726095"/>
                  <a:pt x="93942" y="1772970"/>
                </a:cubicBezTo>
                <a:cubicBezTo>
                  <a:pt x="93942" y="1819845"/>
                  <a:pt x="55942" y="1857845"/>
                  <a:pt x="9066" y="1857845"/>
                </a:cubicBezTo>
                <a:lnTo>
                  <a:pt x="0" y="1856015"/>
                </a:lnTo>
                <a:lnTo>
                  <a:pt x="0" y="1689925"/>
                </a:lnTo>
                <a:cubicBezTo>
                  <a:pt x="2881" y="1688263"/>
                  <a:pt x="5954" y="1688095"/>
                  <a:pt x="9066" y="1688095"/>
                </a:cubicBezTo>
                <a:close/>
                <a:moveTo>
                  <a:pt x="9066" y="845498"/>
                </a:moveTo>
                <a:cubicBezTo>
                  <a:pt x="55942" y="845498"/>
                  <a:pt x="93942" y="883498"/>
                  <a:pt x="93942" y="930373"/>
                </a:cubicBezTo>
                <a:cubicBezTo>
                  <a:pt x="93942" y="977248"/>
                  <a:pt x="55942" y="1015248"/>
                  <a:pt x="9066" y="1015248"/>
                </a:cubicBezTo>
                <a:lnTo>
                  <a:pt x="0" y="1013418"/>
                </a:lnTo>
                <a:lnTo>
                  <a:pt x="0" y="847328"/>
                </a:lnTo>
                <a:cubicBezTo>
                  <a:pt x="2881" y="845666"/>
                  <a:pt x="5954" y="845498"/>
                  <a:pt x="9066" y="845498"/>
                </a:cubicBezTo>
                <a:close/>
                <a:moveTo>
                  <a:pt x="9066" y="0"/>
                </a:moveTo>
                <a:cubicBezTo>
                  <a:pt x="55942" y="0"/>
                  <a:pt x="93942" y="38000"/>
                  <a:pt x="93942" y="84875"/>
                </a:cubicBezTo>
                <a:cubicBezTo>
                  <a:pt x="93942" y="131750"/>
                  <a:pt x="55942" y="169750"/>
                  <a:pt x="9066" y="169750"/>
                </a:cubicBezTo>
                <a:lnTo>
                  <a:pt x="0" y="167920"/>
                </a:lnTo>
                <a:lnTo>
                  <a:pt x="0" y="1830"/>
                </a:lnTo>
                <a:cubicBezTo>
                  <a:pt x="2881" y="167"/>
                  <a:pt x="5954" y="0"/>
                  <a:pt x="906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4" name="Oval 593"/>
          <p:cNvSpPr/>
          <p:nvPr/>
        </p:nvSpPr>
        <p:spPr>
          <a:xfrm>
            <a:off x="7667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5" name="Oval 594"/>
          <p:cNvSpPr/>
          <p:nvPr/>
        </p:nvSpPr>
        <p:spPr>
          <a:xfrm>
            <a:off x="16092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6" name="Oval 595"/>
          <p:cNvSpPr/>
          <p:nvPr/>
        </p:nvSpPr>
        <p:spPr>
          <a:xfrm>
            <a:off x="24518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7" name="Oval 596"/>
          <p:cNvSpPr/>
          <p:nvPr/>
        </p:nvSpPr>
        <p:spPr>
          <a:xfrm>
            <a:off x="329435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8" name="Oval 597"/>
          <p:cNvSpPr/>
          <p:nvPr/>
        </p:nvSpPr>
        <p:spPr>
          <a:xfrm>
            <a:off x="413689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99" name="Oval 598"/>
          <p:cNvSpPr/>
          <p:nvPr/>
        </p:nvSpPr>
        <p:spPr>
          <a:xfrm>
            <a:off x="49794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0" name="Oval 599"/>
          <p:cNvSpPr/>
          <p:nvPr/>
        </p:nvSpPr>
        <p:spPr>
          <a:xfrm>
            <a:off x="58219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1" name="Oval 600"/>
          <p:cNvSpPr/>
          <p:nvPr/>
        </p:nvSpPr>
        <p:spPr>
          <a:xfrm>
            <a:off x="834959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2" name="Oval 601"/>
          <p:cNvSpPr/>
          <p:nvPr/>
        </p:nvSpPr>
        <p:spPr>
          <a:xfrm>
            <a:off x="750705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3" name="Oval 602"/>
          <p:cNvSpPr/>
          <p:nvPr/>
        </p:nvSpPr>
        <p:spPr>
          <a:xfrm>
            <a:off x="1003467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4" name="Oval 603"/>
          <p:cNvSpPr/>
          <p:nvPr/>
        </p:nvSpPr>
        <p:spPr>
          <a:xfrm>
            <a:off x="919213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5" name="Oval 604"/>
          <p:cNvSpPr/>
          <p:nvPr/>
        </p:nvSpPr>
        <p:spPr>
          <a:xfrm>
            <a:off x="11719750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6" name="Oval 605"/>
          <p:cNvSpPr/>
          <p:nvPr/>
        </p:nvSpPr>
        <p:spPr>
          <a:xfrm>
            <a:off x="10877211" y="331699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7" name="Teardrop 3"/>
          <p:cNvSpPr/>
          <p:nvPr/>
        </p:nvSpPr>
        <p:spPr>
          <a:xfrm rot="5400000" flipH="1" flipV="1">
            <a:off x="60211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8" name="Teardrop 3"/>
          <p:cNvSpPr/>
          <p:nvPr/>
        </p:nvSpPr>
        <p:spPr>
          <a:xfrm rot="5400000" flipH="1" flipV="1">
            <a:off x="9659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09" name="Teardrop 3"/>
          <p:cNvSpPr/>
          <p:nvPr/>
        </p:nvSpPr>
        <p:spPr>
          <a:xfrm rot="5400000" flipH="1" flipV="1">
            <a:off x="18084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0" name="Teardrop 3"/>
          <p:cNvSpPr/>
          <p:nvPr/>
        </p:nvSpPr>
        <p:spPr>
          <a:xfrm rot="5400000" flipH="1" flipV="1">
            <a:off x="265102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1" name="Teardrop 3"/>
          <p:cNvSpPr/>
          <p:nvPr/>
        </p:nvSpPr>
        <p:spPr>
          <a:xfrm rot="5400000" flipH="1" flipV="1">
            <a:off x="349356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2" name="Teardrop 3"/>
          <p:cNvSpPr/>
          <p:nvPr/>
        </p:nvSpPr>
        <p:spPr>
          <a:xfrm rot="5400000" flipH="1" flipV="1">
            <a:off x="43361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3" name="Teardrop 3"/>
          <p:cNvSpPr/>
          <p:nvPr/>
        </p:nvSpPr>
        <p:spPr>
          <a:xfrm rot="5400000" flipH="1" flipV="1">
            <a:off x="51786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4" name="Teardrop 3"/>
          <p:cNvSpPr/>
          <p:nvPr/>
        </p:nvSpPr>
        <p:spPr>
          <a:xfrm rot="5400000" flipH="1" flipV="1">
            <a:off x="770626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5" name="Teardrop 3"/>
          <p:cNvSpPr/>
          <p:nvPr/>
        </p:nvSpPr>
        <p:spPr>
          <a:xfrm rot="5400000" flipH="1" flipV="1">
            <a:off x="686372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6" name="Teardrop 3"/>
          <p:cNvSpPr/>
          <p:nvPr/>
        </p:nvSpPr>
        <p:spPr>
          <a:xfrm rot="5400000" flipH="1" flipV="1">
            <a:off x="939134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7" name="Teardrop 3"/>
          <p:cNvSpPr/>
          <p:nvPr/>
        </p:nvSpPr>
        <p:spPr>
          <a:xfrm rot="5400000" flipH="1" flipV="1">
            <a:off x="85488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8" name="Teardrop 3"/>
          <p:cNvSpPr/>
          <p:nvPr/>
        </p:nvSpPr>
        <p:spPr>
          <a:xfrm rot="5400000" flipH="1" flipV="1">
            <a:off x="11076421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9" name="Teardrop 3"/>
          <p:cNvSpPr/>
          <p:nvPr/>
        </p:nvSpPr>
        <p:spPr>
          <a:xfrm rot="5400000" flipH="1" flipV="1">
            <a:off x="1023388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0" name="Teardrop 3"/>
          <p:cNvSpPr/>
          <p:nvPr/>
        </p:nvSpPr>
        <p:spPr>
          <a:xfrm rot="5400000" flipH="1" flipV="1">
            <a:off x="123402" y="53022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1" name="Teardrop 3"/>
          <p:cNvSpPr/>
          <p:nvPr/>
        </p:nvSpPr>
        <p:spPr>
          <a:xfrm rot="5400000" flipH="1" flipV="1">
            <a:off x="11760003" y="685578"/>
            <a:ext cx="595780" cy="268215"/>
          </a:xfrm>
          <a:custGeom>
            <a:avLst/>
            <a:gdLst/>
            <a:ahLst/>
            <a:cxnLst/>
            <a:rect l="l" t="t" r="r" b="b"/>
            <a:pathLst>
              <a:path w="595780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1" y="73244"/>
                  <a:pt x="354103" y="113792"/>
                  <a:pt x="354103" y="163811"/>
                </a:cubicBezTo>
                <a:cubicBezTo>
                  <a:pt x="354469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0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0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2" name="Oval 621"/>
          <p:cNvSpPr/>
          <p:nvPr/>
        </p:nvSpPr>
        <p:spPr>
          <a:xfrm>
            <a:off x="70866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3" name="Oval 622"/>
          <p:cNvSpPr/>
          <p:nvPr/>
        </p:nvSpPr>
        <p:spPr>
          <a:xfrm>
            <a:off x="3463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4" name="Oval 623"/>
          <p:cNvSpPr/>
          <p:nvPr/>
        </p:nvSpPr>
        <p:spPr>
          <a:xfrm>
            <a:off x="11888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5" name="Oval 624"/>
          <p:cNvSpPr/>
          <p:nvPr/>
        </p:nvSpPr>
        <p:spPr>
          <a:xfrm>
            <a:off x="20314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6" name="Oval 625"/>
          <p:cNvSpPr/>
          <p:nvPr/>
        </p:nvSpPr>
        <p:spPr>
          <a:xfrm>
            <a:off x="28739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7" name="Oval 626"/>
          <p:cNvSpPr/>
          <p:nvPr/>
        </p:nvSpPr>
        <p:spPr>
          <a:xfrm>
            <a:off x="371649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8" name="Oval 627"/>
          <p:cNvSpPr/>
          <p:nvPr/>
        </p:nvSpPr>
        <p:spPr>
          <a:xfrm>
            <a:off x="45590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29" name="Oval 628"/>
          <p:cNvSpPr/>
          <p:nvPr/>
        </p:nvSpPr>
        <p:spPr>
          <a:xfrm>
            <a:off x="54015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0" name="Oval 629"/>
          <p:cNvSpPr/>
          <p:nvPr/>
        </p:nvSpPr>
        <p:spPr>
          <a:xfrm>
            <a:off x="62441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1" name="Oval 630"/>
          <p:cNvSpPr/>
          <p:nvPr/>
        </p:nvSpPr>
        <p:spPr>
          <a:xfrm>
            <a:off x="877173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2" name="Oval 631"/>
          <p:cNvSpPr/>
          <p:nvPr/>
        </p:nvSpPr>
        <p:spPr>
          <a:xfrm>
            <a:off x="792919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3" name="Oval 632"/>
          <p:cNvSpPr/>
          <p:nvPr/>
        </p:nvSpPr>
        <p:spPr>
          <a:xfrm>
            <a:off x="1045681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4" name="Oval 633"/>
          <p:cNvSpPr/>
          <p:nvPr/>
        </p:nvSpPr>
        <p:spPr>
          <a:xfrm>
            <a:off x="961427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5" name="Oval 860"/>
          <p:cNvSpPr/>
          <p:nvPr/>
        </p:nvSpPr>
        <p:spPr>
          <a:xfrm>
            <a:off x="12141892" y="758852"/>
            <a:ext cx="50109" cy="3538433"/>
          </a:xfrm>
          <a:custGeom>
            <a:avLst/>
            <a:gdLst/>
            <a:ahLst/>
            <a:cxnLst/>
            <a:rect l="l" t="t" r="r" b="b"/>
            <a:pathLst>
              <a:path w="50109" h="3538433">
                <a:moveTo>
                  <a:pt x="50109" y="3384355"/>
                </a:moveTo>
                <a:lnTo>
                  <a:pt x="50109" y="3538433"/>
                </a:lnTo>
                <a:cubicBezTo>
                  <a:pt x="20497" y="3525461"/>
                  <a:pt x="0" y="3495821"/>
                  <a:pt x="0" y="3461394"/>
                </a:cubicBezTo>
                <a:cubicBezTo>
                  <a:pt x="0" y="3426967"/>
                  <a:pt x="20497" y="3397327"/>
                  <a:pt x="50109" y="3384355"/>
                </a:cubicBezTo>
                <a:close/>
                <a:moveTo>
                  <a:pt x="50109" y="2538350"/>
                </a:moveTo>
                <a:lnTo>
                  <a:pt x="50109" y="2692428"/>
                </a:lnTo>
                <a:cubicBezTo>
                  <a:pt x="20497" y="2679456"/>
                  <a:pt x="0" y="2649816"/>
                  <a:pt x="0" y="2615389"/>
                </a:cubicBezTo>
                <a:cubicBezTo>
                  <a:pt x="0" y="2580962"/>
                  <a:pt x="20497" y="2551322"/>
                  <a:pt x="50109" y="2538350"/>
                </a:cubicBezTo>
                <a:close/>
                <a:moveTo>
                  <a:pt x="50109" y="1688095"/>
                </a:moveTo>
                <a:lnTo>
                  <a:pt x="50109" y="1842173"/>
                </a:lnTo>
                <a:cubicBezTo>
                  <a:pt x="20497" y="1829201"/>
                  <a:pt x="0" y="1799561"/>
                  <a:pt x="0" y="1765134"/>
                </a:cubicBezTo>
                <a:cubicBezTo>
                  <a:pt x="0" y="1730707"/>
                  <a:pt x="20497" y="1701067"/>
                  <a:pt x="50109" y="1688095"/>
                </a:cubicBezTo>
                <a:close/>
                <a:moveTo>
                  <a:pt x="50109" y="845498"/>
                </a:moveTo>
                <a:lnTo>
                  <a:pt x="50109" y="999576"/>
                </a:lnTo>
                <a:cubicBezTo>
                  <a:pt x="20497" y="986604"/>
                  <a:pt x="0" y="956964"/>
                  <a:pt x="0" y="922537"/>
                </a:cubicBezTo>
                <a:cubicBezTo>
                  <a:pt x="0" y="888110"/>
                  <a:pt x="20497" y="858470"/>
                  <a:pt x="50109" y="845498"/>
                </a:cubicBezTo>
                <a:close/>
                <a:moveTo>
                  <a:pt x="50109" y="0"/>
                </a:moveTo>
                <a:lnTo>
                  <a:pt x="50109" y="154078"/>
                </a:lnTo>
                <a:cubicBezTo>
                  <a:pt x="20497" y="141106"/>
                  <a:pt x="0" y="111466"/>
                  <a:pt x="0" y="77039"/>
                </a:cubicBezTo>
                <a:cubicBezTo>
                  <a:pt x="0" y="42612"/>
                  <a:pt x="20497" y="12972"/>
                  <a:pt x="5010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6" name="Oval 635"/>
          <p:cNvSpPr/>
          <p:nvPr/>
        </p:nvSpPr>
        <p:spPr>
          <a:xfrm>
            <a:off x="11299353" y="75101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7" name="Teardrop 3"/>
          <p:cNvSpPr/>
          <p:nvPr/>
        </p:nvSpPr>
        <p:spPr>
          <a:xfrm rot="5400000" flipH="1" flipV="1">
            <a:off x="61740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8" name="Teardrop 3"/>
          <p:cNvSpPr/>
          <p:nvPr/>
        </p:nvSpPr>
        <p:spPr>
          <a:xfrm rot="5400000" flipH="1" flipV="1">
            <a:off x="11187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39" name="Teardrop 3"/>
          <p:cNvSpPr/>
          <p:nvPr/>
        </p:nvSpPr>
        <p:spPr>
          <a:xfrm rot="5400000" flipH="1" flipV="1">
            <a:off x="19613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90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0" name="Teardrop 3"/>
          <p:cNvSpPr/>
          <p:nvPr/>
        </p:nvSpPr>
        <p:spPr>
          <a:xfrm rot="5400000" flipH="1" flipV="1">
            <a:off x="280385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8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1" name="Teardrop 3"/>
          <p:cNvSpPr/>
          <p:nvPr/>
        </p:nvSpPr>
        <p:spPr>
          <a:xfrm rot="5400000" flipH="1" flipV="1">
            <a:off x="364639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1"/>
                </a:cubicBezTo>
                <a:cubicBezTo>
                  <a:pt x="100880" y="366700"/>
                  <a:pt x="130228" y="350981"/>
                  <a:pt x="163247" y="350981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5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8"/>
                  <a:pt x="61434" y="159855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2" name="Teardrop 3"/>
          <p:cNvSpPr/>
          <p:nvPr/>
        </p:nvSpPr>
        <p:spPr>
          <a:xfrm rot="5400000" flipH="1" flipV="1">
            <a:off x="44889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8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3" name="Teardrop 3"/>
          <p:cNvSpPr/>
          <p:nvPr/>
        </p:nvSpPr>
        <p:spPr>
          <a:xfrm rot="5400000" flipH="1" flipV="1">
            <a:off x="53314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4" name="Teardrop 3"/>
          <p:cNvSpPr/>
          <p:nvPr/>
        </p:nvSpPr>
        <p:spPr>
          <a:xfrm rot="5400000" flipH="1" flipV="1">
            <a:off x="785909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8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5" name="Teardrop 3"/>
          <p:cNvSpPr/>
          <p:nvPr/>
        </p:nvSpPr>
        <p:spPr>
          <a:xfrm rot="5400000" flipH="1" flipV="1">
            <a:off x="701655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2"/>
                </a:moveTo>
                <a:cubicBezTo>
                  <a:pt x="210766" y="314775"/>
                  <a:pt x="210686" y="297561"/>
                  <a:pt x="215167" y="281312"/>
                </a:cubicBezTo>
                <a:cubicBezTo>
                  <a:pt x="205209" y="264960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3"/>
                  <a:pt x="50483" y="232539"/>
                  <a:pt x="37722" y="245300"/>
                </a:cubicBezTo>
                <a:cubicBezTo>
                  <a:pt x="20815" y="262208"/>
                  <a:pt x="11990" y="284137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4"/>
                  <a:pt x="66091" y="388259"/>
                  <a:pt x="82591" y="391302"/>
                </a:cubicBezTo>
                <a:cubicBezTo>
                  <a:pt x="100880" y="366700"/>
                  <a:pt x="130228" y="350982"/>
                  <a:pt x="163247" y="350982"/>
                </a:cubicBezTo>
                <a:cubicBezTo>
                  <a:pt x="186137" y="351421"/>
                  <a:pt x="201262" y="348532"/>
                  <a:pt x="211354" y="336664"/>
                </a:cubicBezTo>
                <a:cubicBezTo>
                  <a:pt x="212796" y="334969"/>
                  <a:pt x="214135" y="333090"/>
                  <a:pt x="215380" y="331012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8"/>
                  <a:pt x="73243" y="135634"/>
                  <a:pt x="73243" y="159545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7"/>
                  <a:pt x="230870" y="247949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8"/>
                </a:cubicBezTo>
                <a:cubicBezTo>
                  <a:pt x="113791" y="362537"/>
                  <a:pt x="73243" y="403086"/>
                  <a:pt x="73243" y="453105"/>
                </a:cubicBezTo>
                <a:cubicBezTo>
                  <a:pt x="73243" y="477015"/>
                  <a:pt x="82509" y="498762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3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9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8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8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4"/>
                  <a:pt x="224382" y="66106"/>
                  <a:pt x="221373" y="82614"/>
                </a:cubicBezTo>
                <a:cubicBezTo>
                  <a:pt x="245960" y="100903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8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2"/>
                  <a:pt x="254793" y="254779"/>
                  <a:pt x="254786" y="254787"/>
                </a:cubicBezTo>
                <a:cubicBezTo>
                  <a:pt x="254778" y="254794"/>
                  <a:pt x="254771" y="254802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8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4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4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2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1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8"/>
                </a:cubicBezTo>
                <a:cubicBezTo>
                  <a:pt x="223570" y="569897"/>
                  <a:pt x="214766" y="554031"/>
                  <a:pt x="210610" y="537175"/>
                </a:cubicBezTo>
                <a:cubicBezTo>
                  <a:pt x="195839" y="546241"/>
                  <a:pt x="178427" y="551215"/>
                  <a:pt x="159854" y="551215"/>
                </a:cubicBezTo>
                <a:cubicBezTo>
                  <a:pt x="132604" y="551215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2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8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6000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6"/>
                  <a:pt x="61434" y="178458"/>
                  <a:pt x="61434" y="159855"/>
                </a:cubicBezTo>
                <a:cubicBezTo>
                  <a:pt x="61434" y="132604"/>
                  <a:pt x="72139" y="107855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6" name="Teardrop 3"/>
          <p:cNvSpPr/>
          <p:nvPr/>
        </p:nvSpPr>
        <p:spPr>
          <a:xfrm rot="5400000" flipH="1" flipV="1">
            <a:off x="954417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90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7" name="Teardrop 3"/>
          <p:cNvSpPr/>
          <p:nvPr/>
        </p:nvSpPr>
        <p:spPr>
          <a:xfrm rot="5400000" flipH="1" flipV="1">
            <a:off x="87016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8" name="Teardrop 3"/>
          <p:cNvSpPr/>
          <p:nvPr/>
        </p:nvSpPr>
        <p:spPr>
          <a:xfrm rot="5400000" flipH="1" flipV="1">
            <a:off x="11229252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49" name="Teardrop 3"/>
          <p:cNvSpPr/>
          <p:nvPr/>
        </p:nvSpPr>
        <p:spPr>
          <a:xfrm rot="5400000" flipH="1" flipV="1">
            <a:off x="1038671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7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2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2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3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8"/>
                </a:lnTo>
                <a:cubicBezTo>
                  <a:pt x="285145" y="221632"/>
                  <a:pt x="263250" y="229876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3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5"/>
                  <a:pt x="306324" y="612648"/>
                </a:cubicBez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0" name="Teardrop 3"/>
          <p:cNvSpPr/>
          <p:nvPr/>
        </p:nvSpPr>
        <p:spPr>
          <a:xfrm rot="5400000" flipH="1" flipV="1">
            <a:off x="276233" y="-163077"/>
            <a:ext cx="306986" cy="612648"/>
          </a:xfrm>
          <a:custGeom>
            <a:avLst/>
            <a:gdLst/>
            <a:ahLst/>
            <a:cxnLst/>
            <a:rect l="l" t="t" r="r" b="b"/>
            <a:pathLst>
              <a:path w="306986" h="612648">
                <a:moveTo>
                  <a:pt x="215380" y="331011"/>
                </a:moveTo>
                <a:cubicBezTo>
                  <a:pt x="210766" y="314774"/>
                  <a:pt x="210686" y="297561"/>
                  <a:pt x="215167" y="281312"/>
                </a:cubicBezTo>
                <a:cubicBezTo>
                  <a:pt x="205209" y="264959"/>
                  <a:pt x="189231" y="261169"/>
                  <a:pt x="163247" y="261668"/>
                </a:cubicBezTo>
                <a:cubicBezTo>
                  <a:pt x="130240" y="261668"/>
                  <a:pt x="100901" y="245961"/>
                  <a:pt x="82612" y="221373"/>
                </a:cubicBezTo>
                <a:cubicBezTo>
                  <a:pt x="66104" y="224382"/>
                  <a:pt x="50483" y="232539"/>
                  <a:pt x="37722" y="245300"/>
                </a:cubicBezTo>
                <a:cubicBezTo>
                  <a:pt x="20815" y="262208"/>
                  <a:pt x="11990" y="284136"/>
                  <a:pt x="11501" y="306292"/>
                </a:cubicBezTo>
                <a:lnTo>
                  <a:pt x="96667" y="306292"/>
                </a:lnTo>
                <a:lnTo>
                  <a:pt x="96667" y="306356"/>
                </a:lnTo>
                <a:lnTo>
                  <a:pt x="11501" y="306356"/>
                </a:lnTo>
                <a:cubicBezTo>
                  <a:pt x="11989" y="328512"/>
                  <a:pt x="20815" y="350441"/>
                  <a:pt x="37722" y="367348"/>
                </a:cubicBezTo>
                <a:cubicBezTo>
                  <a:pt x="50477" y="380103"/>
                  <a:pt x="66091" y="388259"/>
                  <a:pt x="82591" y="391301"/>
                </a:cubicBezTo>
                <a:cubicBezTo>
                  <a:pt x="100880" y="366699"/>
                  <a:pt x="130228" y="350981"/>
                  <a:pt x="163247" y="350981"/>
                </a:cubicBezTo>
                <a:cubicBezTo>
                  <a:pt x="186137" y="351420"/>
                  <a:pt x="201262" y="348532"/>
                  <a:pt x="211354" y="336664"/>
                </a:cubicBezTo>
                <a:cubicBezTo>
                  <a:pt x="212796" y="334968"/>
                  <a:pt x="214135" y="333090"/>
                  <a:pt x="215380" y="331011"/>
                </a:cubicBezTo>
                <a:close/>
                <a:moveTo>
                  <a:pt x="239385" y="239431"/>
                </a:moveTo>
                <a:lnTo>
                  <a:pt x="97830" y="97876"/>
                </a:lnTo>
                <a:cubicBezTo>
                  <a:pt x="82509" y="113887"/>
                  <a:pt x="73243" y="135634"/>
                  <a:pt x="73243" y="159544"/>
                </a:cubicBezTo>
                <a:cubicBezTo>
                  <a:pt x="73243" y="209563"/>
                  <a:pt x="113791" y="250112"/>
                  <a:pt x="163810" y="250112"/>
                </a:cubicBezTo>
                <a:cubicBezTo>
                  <a:pt x="182888" y="249746"/>
                  <a:pt x="207035" y="254980"/>
                  <a:pt x="219892" y="268141"/>
                </a:cubicBezTo>
                <a:cubicBezTo>
                  <a:pt x="224319" y="257686"/>
                  <a:pt x="230870" y="247948"/>
                  <a:pt x="239385" y="239431"/>
                </a:cubicBezTo>
                <a:close/>
                <a:moveTo>
                  <a:pt x="239386" y="373218"/>
                </a:moveTo>
                <a:cubicBezTo>
                  <a:pt x="230866" y="364697"/>
                  <a:pt x="224313" y="354954"/>
                  <a:pt x="219944" y="344457"/>
                </a:cubicBezTo>
                <a:cubicBezTo>
                  <a:pt x="207099" y="357655"/>
                  <a:pt x="182914" y="362904"/>
                  <a:pt x="163810" y="362537"/>
                </a:cubicBezTo>
                <a:cubicBezTo>
                  <a:pt x="113791" y="362537"/>
                  <a:pt x="73243" y="403086"/>
                  <a:pt x="73243" y="453104"/>
                </a:cubicBezTo>
                <a:cubicBezTo>
                  <a:pt x="73243" y="477015"/>
                  <a:pt x="82509" y="498761"/>
                  <a:pt x="97830" y="514773"/>
                </a:cubicBezTo>
                <a:close/>
                <a:moveTo>
                  <a:pt x="268140" y="219893"/>
                </a:moveTo>
                <a:cubicBezTo>
                  <a:pt x="254980" y="207035"/>
                  <a:pt x="249745" y="182889"/>
                  <a:pt x="250111" y="163811"/>
                </a:cubicBezTo>
                <a:cubicBezTo>
                  <a:pt x="250111" y="113792"/>
                  <a:pt x="209563" y="73244"/>
                  <a:pt x="159544" y="73244"/>
                </a:cubicBezTo>
                <a:cubicBezTo>
                  <a:pt x="135634" y="73244"/>
                  <a:pt x="113887" y="82510"/>
                  <a:pt x="97875" y="97831"/>
                </a:cubicBezTo>
                <a:lnTo>
                  <a:pt x="239430" y="239386"/>
                </a:lnTo>
                <a:cubicBezTo>
                  <a:pt x="247948" y="230871"/>
                  <a:pt x="257686" y="224320"/>
                  <a:pt x="268140" y="219893"/>
                </a:cubicBezTo>
                <a:close/>
                <a:moveTo>
                  <a:pt x="268191" y="392705"/>
                </a:moveTo>
                <a:cubicBezTo>
                  <a:pt x="257695" y="388335"/>
                  <a:pt x="247952" y="381782"/>
                  <a:pt x="239431" y="373263"/>
                </a:cubicBezTo>
                <a:lnTo>
                  <a:pt x="97875" y="514818"/>
                </a:lnTo>
                <a:cubicBezTo>
                  <a:pt x="113887" y="530139"/>
                  <a:pt x="135634" y="539405"/>
                  <a:pt x="159544" y="539405"/>
                </a:cubicBezTo>
                <a:cubicBezTo>
                  <a:pt x="184553" y="539405"/>
                  <a:pt x="207195" y="529268"/>
                  <a:pt x="223584" y="512879"/>
                </a:cubicBezTo>
                <a:cubicBezTo>
                  <a:pt x="239974" y="496489"/>
                  <a:pt x="250111" y="473847"/>
                  <a:pt x="250111" y="448838"/>
                </a:cubicBezTo>
                <a:cubicBezTo>
                  <a:pt x="249745" y="429735"/>
                  <a:pt x="254994" y="405550"/>
                  <a:pt x="268191" y="392705"/>
                </a:cubicBezTo>
                <a:close/>
                <a:moveTo>
                  <a:pt x="306986" y="138"/>
                </a:moveTo>
                <a:lnTo>
                  <a:pt x="306986" y="11636"/>
                </a:lnTo>
                <a:cubicBezTo>
                  <a:pt x="306778" y="11511"/>
                  <a:pt x="306567" y="11506"/>
                  <a:pt x="306356" y="11501"/>
                </a:cubicBezTo>
                <a:lnTo>
                  <a:pt x="306356" y="96667"/>
                </a:lnTo>
                <a:lnTo>
                  <a:pt x="306292" y="96667"/>
                </a:lnTo>
                <a:lnTo>
                  <a:pt x="306292" y="11501"/>
                </a:lnTo>
                <a:cubicBezTo>
                  <a:pt x="284137" y="11990"/>
                  <a:pt x="262207" y="20815"/>
                  <a:pt x="245300" y="37722"/>
                </a:cubicBezTo>
                <a:cubicBezTo>
                  <a:pt x="232539" y="50483"/>
                  <a:pt x="224382" y="66105"/>
                  <a:pt x="221373" y="82614"/>
                </a:cubicBezTo>
                <a:cubicBezTo>
                  <a:pt x="245960" y="100902"/>
                  <a:pt x="261667" y="130241"/>
                  <a:pt x="261667" y="163248"/>
                </a:cubicBezTo>
                <a:cubicBezTo>
                  <a:pt x="261168" y="189232"/>
                  <a:pt x="264959" y="205210"/>
                  <a:pt x="281311" y="215167"/>
                </a:cubicBezTo>
                <a:lnTo>
                  <a:pt x="306986" y="215277"/>
                </a:lnTo>
                <a:lnTo>
                  <a:pt x="306986" y="221929"/>
                </a:lnTo>
                <a:cubicBezTo>
                  <a:pt x="285145" y="221632"/>
                  <a:pt x="263250" y="229877"/>
                  <a:pt x="246580" y="246536"/>
                </a:cubicBezTo>
                <a:lnTo>
                  <a:pt x="254808" y="254763"/>
                </a:lnTo>
                <a:cubicBezTo>
                  <a:pt x="254801" y="254771"/>
                  <a:pt x="254793" y="254779"/>
                  <a:pt x="254786" y="254786"/>
                </a:cubicBezTo>
                <a:cubicBezTo>
                  <a:pt x="254778" y="254794"/>
                  <a:pt x="254771" y="254801"/>
                  <a:pt x="254763" y="254808"/>
                </a:cubicBezTo>
                <a:lnTo>
                  <a:pt x="246535" y="246581"/>
                </a:lnTo>
                <a:cubicBezTo>
                  <a:pt x="213554" y="279582"/>
                  <a:pt x="213554" y="333067"/>
                  <a:pt x="246535" y="366068"/>
                </a:cubicBezTo>
                <a:lnTo>
                  <a:pt x="254763" y="357841"/>
                </a:lnTo>
                <a:cubicBezTo>
                  <a:pt x="254771" y="357847"/>
                  <a:pt x="254778" y="357855"/>
                  <a:pt x="254786" y="357863"/>
                </a:cubicBezTo>
                <a:lnTo>
                  <a:pt x="254808" y="357886"/>
                </a:lnTo>
                <a:lnTo>
                  <a:pt x="246580" y="366113"/>
                </a:lnTo>
                <a:cubicBezTo>
                  <a:pt x="263250" y="382773"/>
                  <a:pt x="285145" y="391017"/>
                  <a:pt x="306986" y="390721"/>
                </a:cubicBezTo>
                <a:lnTo>
                  <a:pt x="306986" y="397378"/>
                </a:lnTo>
                <a:cubicBezTo>
                  <a:pt x="298457" y="400796"/>
                  <a:pt x="289920" y="399622"/>
                  <a:pt x="281637" y="397269"/>
                </a:cubicBezTo>
                <a:cubicBezTo>
                  <a:pt x="265010" y="407223"/>
                  <a:pt x="261165" y="423242"/>
                  <a:pt x="261667" y="449401"/>
                </a:cubicBezTo>
                <a:cubicBezTo>
                  <a:pt x="261667" y="477516"/>
                  <a:pt x="250271" y="502969"/>
                  <a:pt x="231847" y="521394"/>
                </a:cubicBezTo>
                <a:lnTo>
                  <a:pt x="221347" y="530057"/>
                </a:lnTo>
                <a:cubicBezTo>
                  <a:pt x="224389" y="546557"/>
                  <a:pt x="232545" y="562171"/>
                  <a:pt x="245300" y="574926"/>
                </a:cubicBezTo>
                <a:cubicBezTo>
                  <a:pt x="262207" y="591833"/>
                  <a:pt x="284136" y="600659"/>
                  <a:pt x="306292" y="601147"/>
                </a:cubicBezTo>
                <a:lnTo>
                  <a:pt x="306292" y="515981"/>
                </a:lnTo>
                <a:lnTo>
                  <a:pt x="306356" y="515981"/>
                </a:lnTo>
                <a:lnTo>
                  <a:pt x="306356" y="601147"/>
                </a:lnTo>
                <a:lnTo>
                  <a:pt x="306986" y="601012"/>
                </a:lnTo>
                <a:lnTo>
                  <a:pt x="306986" y="612510"/>
                </a:lnTo>
                <a:cubicBezTo>
                  <a:pt x="306767" y="612640"/>
                  <a:pt x="306546" y="612644"/>
                  <a:pt x="306324" y="612648"/>
                </a:cubicBezTo>
                <a:lnTo>
                  <a:pt x="306324" y="612648"/>
                </a:lnTo>
                <a:cubicBezTo>
                  <a:pt x="281070" y="612257"/>
                  <a:pt x="255999" y="602326"/>
                  <a:pt x="236731" y="583057"/>
                </a:cubicBezTo>
                <a:cubicBezTo>
                  <a:pt x="223570" y="569897"/>
                  <a:pt x="214766" y="554030"/>
                  <a:pt x="210610" y="537174"/>
                </a:cubicBezTo>
                <a:cubicBezTo>
                  <a:pt x="195839" y="546241"/>
                  <a:pt x="178427" y="551214"/>
                  <a:pt x="159854" y="551214"/>
                </a:cubicBezTo>
                <a:cubicBezTo>
                  <a:pt x="132604" y="551214"/>
                  <a:pt x="107854" y="540509"/>
                  <a:pt x="89720" y="522928"/>
                </a:cubicBezTo>
                <a:lnTo>
                  <a:pt x="89720" y="522928"/>
                </a:lnTo>
                <a:cubicBezTo>
                  <a:pt x="72139" y="504795"/>
                  <a:pt x="61434" y="480045"/>
                  <a:pt x="61434" y="452795"/>
                </a:cubicBezTo>
                <a:cubicBezTo>
                  <a:pt x="61434" y="434221"/>
                  <a:pt x="66407" y="416810"/>
                  <a:pt x="75474" y="402038"/>
                </a:cubicBezTo>
                <a:cubicBezTo>
                  <a:pt x="58618" y="397882"/>
                  <a:pt x="42751" y="389078"/>
                  <a:pt x="29591" y="375917"/>
                </a:cubicBezTo>
                <a:cubicBezTo>
                  <a:pt x="10322" y="356649"/>
                  <a:pt x="391" y="331578"/>
                  <a:pt x="0" y="306324"/>
                </a:cubicBezTo>
                <a:lnTo>
                  <a:pt x="0" y="306324"/>
                </a:lnTo>
                <a:cubicBezTo>
                  <a:pt x="391" y="281070"/>
                  <a:pt x="10322" y="255999"/>
                  <a:pt x="29591" y="236731"/>
                </a:cubicBezTo>
                <a:cubicBezTo>
                  <a:pt x="42758" y="223564"/>
                  <a:pt x="58634" y="214757"/>
                  <a:pt x="75514" y="210684"/>
                </a:cubicBezTo>
                <a:cubicBezTo>
                  <a:pt x="66423" y="195895"/>
                  <a:pt x="61434" y="178457"/>
                  <a:pt x="61434" y="159854"/>
                </a:cubicBezTo>
                <a:cubicBezTo>
                  <a:pt x="61434" y="132604"/>
                  <a:pt x="72139" y="107854"/>
                  <a:pt x="89720" y="89721"/>
                </a:cubicBezTo>
                <a:lnTo>
                  <a:pt x="89720" y="89721"/>
                </a:lnTo>
                <a:cubicBezTo>
                  <a:pt x="107854" y="72140"/>
                  <a:pt x="132604" y="61435"/>
                  <a:pt x="159854" y="61435"/>
                </a:cubicBezTo>
                <a:cubicBezTo>
                  <a:pt x="178457" y="61435"/>
                  <a:pt x="195895" y="66424"/>
                  <a:pt x="210684" y="75515"/>
                </a:cubicBezTo>
                <a:cubicBezTo>
                  <a:pt x="214757" y="58635"/>
                  <a:pt x="223563" y="42758"/>
                  <a:pt x="236731" y="29591"/>
                </a:cubicBezTo>
                <a:cubicBezTo>
                  <a:pt x="256000" y="10322"/>
                  <a:pt x="281070" y="391"/>
                  <a:pt x="306324" y="0"/>
                </a:cubicBezTo>
                <a:lnTo>
                  <a:pt x="30632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1" name="Teardrop 3"/>
          <p:cNvSpPr/>
          <p:nvPr/>
        </p:nvSpPr>
        <p:spPr>
          <a:xfrm rot="5400000" flipH="1" flipV="1">
            <a:off x="11908617" y="4923"/>
            <a:ext cx="298552" cy="268215"/>
          </a:xfrm>
          <a:custGeom>
            <a:avLst/>
            <a:gdLst/>
            <a:ahLst/>
            <a:cxnLst/>
            <a:rect l="l" t="t" r="r" b="b"/>
            <a:pathLst>
              <a:path w="298552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298552" y="138"/>
                </a:moveTo>
                <a:lnTo>
                  <a:pt x="298552" y="11636"/>
                </a:lnTo>
                <a:cubicBezTo>
                  <a:pt x="298344" y="11511"/>
                  <a:pt x="298133" y="11506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4" y="189232"/>
                  <a:pt x="256525" y="205210"/>
                  <a:pt x="272877" y="215167"/>
                </a:cubicBezTo>
                <a:lnTo>
                  <a:pt x="298552" y="215277"/>
                </a:lnTo>
                <a:lnTo>
                  <a:pt x="298552" y="221928"/>
                </a:lnTo>
                <a:cubicBezTo>
                  <a:pt x="276711" y="221632"/>
                  <a:pt x="254816" y="229876"/>
                  <a:pt x="238146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0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29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2" name="Oval 881"/>
          <p:cNvSpPr/>
          <p:nvPr/>
        </p:nvSpPr>
        <p:spPr>
          <a:xfrm>
            <a:off x="346332" y="-10245"/>
            <a:ext cx="169752" cy="84875"/>
          </a:xfrm>
          <a:custGeom>
            <a:avLst/>
            <a:gdLst/>
            <a:ahLst/>
            <a:cxnLst/>
            <a:rect l="l" t="t" r="r" b="b"/>
            <a:pathLst>
              <a:path w="169752" h="84875"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3" name="Oval 882"/>
          <p:cNvSpPr/>
          <p:nvPr/>
        </p:nvSpPr>
        <p:spPr>
          <a:xfrm>
            <a:off x="1188872" y="-10245"/>
            <a:ext cx="169752" cy="84875"/>
          </a:xfrm>
          <a:custGeom>
            <a:avLst/>
            <a:gdLst/>
            <a:ahLst/>
            <a:cxnLst/>
            <a:rect l="l" t="t" r="r" b="b"/>
            <a:pathLst>
              <a:path w="169752" h="84875"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4" name="Oval 883"/>
          <p:cNvSpPr/>
          <p:nvPr/>
        </p:nvSpPr>
        <p:spPr>
          <a:xfrm>
            <a:off x="2031413" y="-10245"/>
            <a:ext cx="10160587" cy="84875"/>
          </a:xfrm>
          <a:custGeom>
            <a:avLst/>
            <a:gdLst/>
            <a:ahLst/>
            <a:cxnLst/>
            <a:rect l="l" t="t" r="r" b="b"/>
            <a:pathLst>
              <a:path w="10160587" h="84875">
                <a:moveTo>
                  <a:pt x="10110479" y="0"/>
                </a:moveTo>
                <a:lnTo>
                  <a:pt x="10160587" y="0"/>
                </a:lnTo>
                <a:lnTo>
                  <a:pt x="10160587" y="77038"/>
                </a:lnTo>
                <a:cubicBezTo>
                  <a:pt x="10130976" y="64066"/>
                  <a:pt x="10110479" y="34427"/>
                  <a:pt x="10110479" y="0"/>
                </a:cubicBezTo>
                <a:close/>
                <a:moveTo>
                  <a:pt x="9267940" y="0"/>
                </a:moveTo>
                <a:lnTo>
                  <a:pt x="9437692" y="0"/>
                </a:lnTo>
                <a:cubicBezTo>
                  <a:pt x="9437692" y="46875"/>
                  <a:pt x="9399692" y="84875"/>
                  <a:pt x="9352816" y="84875"/>
                </a:cubicBezTo>
                <a:cubicBezTo>
                  <a:pt x="9305940" y="84875"/>
                  <a:pt x="9267940" y="46875"/>
                  <a:pt x="9267940" y="0"/>
                </a:cubicBezTo>
                <a:close/>
                <a:moveTo>
                  <a:pt x="8425400" y="0"/>
                </a:moveTo>
                <a:lnTo>
                  <a:pt x="8595152" y="0"/>
                </a:lnTo>
                <a:cubicBezTo>
                  <a:pt x="8595152" y="46875"/>
                  <a:pt x="8557152" y="84875"/>
                  <a:pt x="8510276" y="84875"/>
                </a:cubicBezTo>
                <a:cubicBezTo>
                  <a:pt x="8463400" y="84875"/>
                  <a:pt x="8425400" y="46875"/>
                  <a:pt x="8425400" y="0"/>
                </a:cubicBezTo>
                <a:close/>
                <a:moveTo>
                  <a:pt x="7582860" y="0"/>
                </a:moveTo>
                <a:lnTo>
                  <a:pt x="7752612" y="0"/>
                </a:lnTo>
                <a:cubicBezTo>
                  <a:pt x="7752612" y="46875"/>
                  <a:pt x="7714612" y="84875"/>
                  <a:pt x="7667736" y="84875"/>
                </a:cubicBezTo>
                <a:cubicBezTo>
                  <a:pt x="7620860" y="84875"/>
                  <a:pt x="7582860" y="46875"/>
                  <a:pt x="7582860" y="0"/>
                </a:cubicBezTo>
                <a:close/>
                <a:moveTo>
                  <a:pt x="6740320" y="0"/>
                </a:moveTo>
                <a:lnTo>
                  <a:pt x="6910072" y="0"/>
                </a:lnTo>
                <a:cubicBezTo>
                  <a:pt x="6910072" y="46875"/>
                  <a:pt x="6872072" y="84875"/>
                  <a:pt x="6825196" y="84875"/>
                </a:cubicBezTo>
                <a:cubicBezTo>
                  <a:pt x="6778320" y="84875"/>
                  <a:pt x="6740320" y="46875"/>
                  <a:pt x="6740320" y="0"/>
                </a:cubicBezTo>
                <a:close/>
                <a:moveTo>
                  <a:pt x="5897780" y="0"/>
                </a:moveTo>
                <a:lnTo>
                  <a:pt x="6067532" y="0"/>
                </a:lnTo>
                <a:cubicBezTo>
                  <a:pt x="6067532" y="46875"/>
                  <a:pt x="6029532" y="84875"/>
                  <a:pt x="5982656" y="84875"/>
                </a:cubicBezTo>
                <a:cubicBezTo>
                  <a:pt x="5935780" y="84875"/>
                  <a:pt x="5897780" y="46875"/>
                  <a:pt x="5897780" y="0"/>
                </a:cubicBezTo>
                <a:close/>
                <a:moveTo>
                  <a:pt x="5055240" y="0"/>
                </a:moveTo>
                <a:lnTo>
                  <a:pt x="5224992" y="0"/>
                </a:lnTo>
                <a:cubicBezTo>
                  <a:pt x="5224992" y="46875"/>
                  <a:pt x="5186992" y="84875"/>
                  <a:pt x="5140116" y="84875"/>
                </a:cubicBezTo>
                <a:cubicBezTo>
                  <a:pt x="5093240" y="84875"/>
                  <a:pt x="5055240" y="46875"/>
                  <a:pt x="5055240" y="0"/>
                </a:cubicBezTo>
                <a:close/>
                <a:moveTo>
                  <a:pt x="4212700" y="0"/>
                </a:moveTo>
                <a:lnTo>
                  <a:pt x="4382452" y="0"/>
                </a:lnTo>
                <a:cubicBezTo>
                  <a:pt x="4382452" y="46875"/>
                  <a:pt x="4344452" y="84875"/>
                  <a:pt x="4297576" y="84875"/>
                </a:cubicBezTo>
                <a:cubicBezTo>
                  <a:pt x="4250700" y="84875"/>
                  <a:pt x="4212700" y="46875"/>
                  <a:pt x="4212700" y="0"/>
                </a:cubicBezTo>
                <a:close/>
                <a:moveTo>
                  <a:pt x="3370160" y="0"/>
                </a:moveTo>
                <a:lnTo>
                  <a:pt x="3539912" y="0"/>
                </a:lnTo>
                <a:cubicBezTo>
                  <a:pt x="3539912" y="46875"/>
                  <a:pt x="3501912" y="84875"/>
                  <a:pt x="3455036" y="84875"/>
                </a:cubicBezTo>
                <a:cubicBezTo>
                  <a:pt x="3408160" y="84875"/>
                  <a:pt x="3370160" y="46875"/>
                  <a:pt x="3370160" y="0"/>
                </a:cubicBezTo>
                <a:close/>
                <a:moveTo>
                  <a:pt x="2527620" y="0"/>
                </a:moveTo>
                <a:lnTo>
                  <a:pt x="2697372" y="0"/>
                </a:lnTo>
                <a:cubicBezTo>
                  <a:pt x="2697372" y="46875"/>
                  <a:pt x="2659372" y="84875"/>
                  <a:pt x="2612496" y="84875"/>
                </a:cubicBezTo>
                <a:cubicBezTo>
                  <a:pt x="2565620" y="84875"/>
                  <a:pt x="2527620" y="46875"/>
                  <a:pt x="2527620" y="0"/>
                </a:cubicBezTo>
                <a:close/>
                <a:moveTo>
                  <a:pt x="1685080" y="0"/>
                </a:moveTo>
                <a:lnTo>
                  <a:pt x="1854832" y="0"/>
                </a:lnTo>
                <a:cubicBezTo>
                  <a:pt x="1854832" y="46875"/>
                  <a:pt x="1816832" y="84875"/>
                  <a:pt x="1769956" y="84875"/>
                </a:cubicBezTo>
                <a:cubicBezTo>
                  <a:pt x="1723080" y="84875"/>
                  <a:pt x="1685080" y="46875"/>
                  <a:pt x="1685080" y="0"/>
                </a:cubicBezTo>
                <a:close/>
                <a:moveTo>
                  <a:pt x="842540" y="0"/>
                </a:moveTo>
                <a:lnTo>
                  <a:pt x="1012292" y="0"/>
                </a:lnTo>
                <a:cubicBezTo>
                  <a:pt x="1012292" y="46875"/>
                  <a:pt x="974292" y="84875"/>
                  <a:pt x="927416" y="84875"/>
                </a:cubicBezTo>
                <a:cubicBezTo>
                  <a:pt x="880540" y="84875"/>
                  <a:pt x="842540" y="46875"/>
                  <a:pt x="842540" y="0"/>
                </a:cubicBezTo>
                <a:close/>
                <a:moveTo>
                  <a:pt x="0" y="0"/>
                </a:moveTo>
                <a:lnTo>
                  <a:pt x="169752" y="0"/>
                </a:lnTo>
                <a:cubicBezTo>
                  <a:pt x="169752" y="46875"/>
                  <a:pt x="131752" y="84875"/>
                  <a:pt x="84876" y="84875"/>
                </a:cubicBezTo>
                <a:cubicBezTo>
                  <a:pt x="38000" y="84875"/>
                  <a:pt x="0" y="4687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5" name="Teardrop 3"/>
          <p:cNvSpPr/>
          <p:nvPr/>
        </p:nvSpPr>
        <p:spPr>
          <a:xfrm rot="5400000" flipH="1" flipV="1">
            <a:off x="64427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6" name="Teardrop 3"/>
          <p:cNvSpPr/>
          <p:nvPr/>
        </p:nvSpPr>
        <p:spPr>
          <a:xfrm rot="5400000" flipH="1" flipV="1">
            <a:off x="-148774" y="1103813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7" y="294285"/>
                  <a:pt x="284136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39" y="207247"/>
                  <a:pt x="61434" y="182497"/>
                  <a:pt x="61434" y="155247"/>
                </a:cubicBezTo>
                <a:cubicBezTo>
                  <a:pt x="61434" y="136673"/>
                  <a:pt x="66407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89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6" y="0"/>
                </a:lnTo>
                <a:cubicBezTo>
                  <a:pt x="219687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8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7" name="Teardrop 3"/>
          <p:cNvSpPr/>
          <p:nvPr/>
        </p:nvSpPr>
        <p:spPr>
          <a:xfrm rot="5400000" flipH="1" flipV="1">
            <a:off x="13875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8" name="Teardrop 3"/>
          <p:cNvSpPr/>
          <p:nvPr/>
        </p:nvSpPr>
        <p:spPr>
          <a:xfrm rot="5400000" flipH="1" flipV="1">
            <a:off x="22300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59" name="Teardrop 3"/>
          <p:cNvSpPr/>
          <p:nvPr/>
        </p:nvSpPr>
        <p:spPr>
          <a:xfrm rot="5400000" flipH="1" flipV="1">
            <a:off x="307261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0" name="Teardrop 3"/>
          <p:cNvSpPr/>
          <p:nvPr/>
        </p:nvSpPr>
        <p:spPr>
          <a:xfrm rot="5400000" flipH="1" flipV="1">
            <a:off x="391515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1" name="Teardrop 3"/>
          <p:cNvSpPr/>
          <p:nvPr/>
        </p:nvSpPr>
        <p:spPr>
          <a:xfrm rot="5400000" flipH="1" flipV="1">
            <a:off x="47576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2" name="Teardrop 3"/>
          <p:cNvSpPr/>
          <p:nvPr/>
        </p:nvSpPr>
        <p:spPr>
          <a:xfrm rot="5400000" flipH="1" flipV="1">
            <a:off x="56002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3" name="Teardrop 3"/>
          <p:cNvSpPr/>
          <p:nvPr/>
        </p:nvSpPr>
        <p:spPr>
          <a:xfrm rot="5400000" flipH="1" flipV="1">
            <a:off x="812785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4" name="Teardrop 3"/>
          <p:cNvSpPr/>
          <p:nvPr/>
        </p:nvSpPr>
        <p:spPr>
          <a:xfrm rot="5400000" flipH="1" flipV="1">
            <a:off x="728531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5" name="Teardrop 3"/>
          <p:cNvSpPr/>
          <p:nvPr/>
        </p:nvSpPr>
        <p:spPr>
          <a:xfrm rot="5400000" flipH="1" flipV="1">
            <a:off x="981293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6" name="Teardrop 3"/>
          <p:cNvSpPr/>
          <p:nvPr/>
        </p:nvSpPr>
        <p:spPr>
          <a:xfrm rot="5400000" flipH="1" flipV="1">
            <a:off x="89703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7" name="Teardrop 3"/>
          <p:cNvSpPr/>
          <p:nvPr/>
        </p:nvSpPr>
        <p:spPr>
          <a:xfrm rot="5400000" flipH="1" flipV="1">
            <a:off x="11498011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8" name="Teardrop 3"/>
          <p:cNvSpPr/>
          <p:nvPr/>
        </p:nvSpPr>
        <p:spPr>
          <a:xfrm rot="5400000" flipH="1" flipV="1">
            <a:off x="1065547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9" name="Teardrop 3"/>
          <p:cNvSpPr/>
          <p:nvPr/>
        </p:nvSpPr>
        <p:spPr>
          <a:xfrm rot="5400000" flipH="1" flipV="1">
            <a:off x="544992" y="95503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0" name="Oval 669"/>
          <p:cNvSpPr/>
          <p:nvPr/>
        </p:nvSpPr>
        <p:spPr>
          <a:xfrm>
            <a:off x="66645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1" name="Oval 670"/>
          <p:cNvSpPr/>
          <p:nvPr/>
        </p:nvSpPr>
        <p:spPr>
          <a:xfrm>
            <a:off x="7667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2" name="Oval 671"/>
          <p:cNvSpPr/>
          <p:nvPr/>
        </p:nvSpPr>
        <p:spPr>
          <a:xfrm>
            <a:off x="16092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3" name="Oval 672"/>
          <p:cNvSpPr/>
          <p:nvPr/>
        </p:nvSpPr>
        <p:spPr>
          <a:xfrm>
            <a:off x="24518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4" name="Oval 673"/>
          <p:cNvSpPr/>
          <p:nvPr/>
        </p:nvSpPr>
        <p:spPr>
          <a:xfrm>
            <a:off x="329435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5" name="Oval 674"/>
          <p:cNvSpPr/>
          <p:nvPr/>
        </p:nvSpPr>
        <p:spPr>
          <a:xfrm>
            <a:off x="413689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6" name="Oval 675"/>
          <p:cNvSpPr/>
          <p:nvPr/>
        </p:nvSpPr>
        <p:spPr>
          <a:xfrm>
            <a:off x="49794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7" name="Oval 676"/>
          <p:cNvSpPr/>
          <p:nvPr/>
        </p:nvSpPr>
        <p:spPr>
          <a:xfrm>
            <a:off x="58219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8" name="Oval 677"/>
          <p:cNvSpPr/>
          <p:nvPr/>
        </p:nvSpPr>
        <p:spPr>
          <a:xfrm>
            <a:off x="834959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79" name="Oval 678"/>
          <p:cNvSpPr/>
          <p:nvPr/>
        </p:nvSpPr>
        <p:spPr>
          <a:xfrm>
            <a:off x="750705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0" name="Oval 679"/>
          <p:cNvSpPr/>
          <p:nvPr/>
        </p:nvSpPr>
        <p:spPr>
          <a:xfrm>
            <a:off x="1003467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1" name="Oval 680"/>
          <p:cNvSpPr/>
          <p:nvPr/>
        </p:nvSpPr>
        <p:spPr>
          <a:xfrm>
            <a:off x="919213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2" name="Oval 681"/>
          <p:cNvSpPr/>
          <p:nvPr/>
        </p:nvSpPr>
        <p:spPr>
          <a:xfrm>
            <a:off x="11719750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3" name="Oval 682"/>
          <p:cNvSpPr/>
          <p:nvPr/>
        </p:nvSpPr>
        <p:spPr>
          <a:xfrm>
            <a:off x="10877211" y="117719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4" name="Teardrop 3"/>
          <p:cNvSpPr/>
          <p:nvPr/>
        </p:nvSpPr>
        <p:spPr>
          <a:xfrm rot="5400000" flipH="1" flipV="1">
            <a:off x="60211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5" name="Teardrop 3"/>
          <p:cNvSpPr/>
          <p:nvPr/>
        </p:nvSpPr>
        <p:spPr>
          <a:xfrm rot="5400000" flipH="1" flipV="1">
            <a:off x="9659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6" name="Teardrop 3"/>
          <p:cNvSpPr/>
          <p:nvPr/>
        </p:nvSpPr>
        <p:spPr>
          <a:xfrm rot="5400000" flipH="1" flipV="1">
            <a:off x="18084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7" name="Teardrop 3"/>
          <p:cNvSpPr/>
          <p:nvPr/>
        </p:nvSpPr>
        <p:spPr>
          <a:xfrm rot="5400000" flipH="1" flipV="1">
            <a:off x="265102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8" name="Teardrop 3"/>
          <p:cNvSpPr/>
          <p:nvPr/>
        </p:nvSpPr>
        <p:spPr>
          <a:xfrm rot="5400000" flipH="1" flipV="1">
            <a:off x="349356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89" name="Teardrop 3"/>
          <p:cNvSpPr/>
          <p:nvPr/>
        </p:nvSpPr>
        <p:spPr>
          <a:xfrm rot="5400000" flipH="1" flipV="1">
            <a:off x="43361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0" name="Teardrop 3"/>
          <p:cNvSpPr/>
          <p:nvPr/>
        </p:nvSpPr>
        <p:spPr>
          <a:xfrm rot="5400000" flipH="1" flipV="1">
            <a:off x="51786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1" name="Teardrop 3"/>
          <p:cNvSpPr/>
          <p:nvPr/>
        </p:nvSpPr>
        <p:spPr>
          <a:xfrm rot="5400000" flipH="1" flipV="1">
            <a:off x="770626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2" name="Teardrop 3"/>
          <p:cNvSpPr/>
          <p:nvPr/>
        </p:nvSpPr>
        <p:spPr>
          <a:xfrm rot="5400000" flipH="1" flipV="1">
            <a:off x="686372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3" name="Teardrop 3"/>
          <p:cNvSpPr/>
          <p:nvPr/>
        </p:nvSpPr>
        <p:spPr>
          <a:xfrm rot="5400000" flipH="1" flipV="1">
            <a:off x="939134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4" name="Teardrop 3"/>
          <p:cNvSpPr/>
          <p:nvPr/>
        </p:nvSpPr>
        <p:spPr>
          <a:xfrm rot="5400000" flipH="1" flipV="1">
            <a:off x="85488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5" name="Teardrop 3"/>
          <p:cNvSpPr/>
          <p:nvPr/>
        </p:nvSpPr>
        <p:spPr>
          <a:xfrm rot="5400000" flipH="1" flipV="1">
            <a:off x="11076421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6" name="Teardrop 3"/>
          <p:cNvSpPr/>
          <p:nvPr/>
        </p:nvSpPr>
        <p:spPr>
          <a:xfrm rot="5400000" flipH="1" flipV="1">
            <a:off x="1023388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7" name="Teardrop 3"/>
          <p:cNvSpPr/>
          <p:nvPr/>
        </p:nvSpPr>
        <p:spPr>
          <a:xfrm rot="5400000" flipH="1" flipV="1">
            <a:off x="123402" y="1375727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8" name="Teardrop 3"/>
          <p:cNvSpPr/>
          <p:nvPr/>
        </p:nvSpPr>
        <p:spPr>
          <a:xfrm rot="5400000" flipH="1" flipV="1">
            <a:off x="11760002" y="1531078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3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1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6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5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0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99" name="Oval 698"/>
          <p:cNvSpPr/>
          <p:nvPr/>
        </p:nvSpPr>
        <p:spPr>
          <a:xfrm>
            <a:off x="70866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0" name="Oval 699"/>
          <p:cNvSpPr/>
          <p:nvPr/>
        </p:nvSpPr>
        <p:spPr>
          <a:xfrm>
            <a:off x="3463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1" name="Oval 700"/>
          <p:cNvSpPr/>
          <p:nvPr/>
        </p:nvSpPr>
        <p:spPr>
          <a:xfrm>
            <a:off x="11888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2" name="Oval 701"/>
          <p:cNvSpPr/>
          <p:nvPr/>
        </p:nvSpPr>
        <p:spPr>
          <a:xfrm>
            <a:off x="20314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3" name="Oval 702"/>
          <p:cNvSpPr/>
          <p:nvPr/>
        </p:nvSpPr>
        <p:spPr>
          <a:xfrm>
            <a:off x="28739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4" name="Oval 703"/>
          <p:cNvSpPr/>
          <p:nvPr/>
        </p:nvSpPr>
        <p:spPr>
          <a:xfrm>
            <a:off x="371649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5" name="Oval 704"/>
          <p:cNvSpPr/>
          <p:nvPr/>
        </p:nvSpPr>
        <p:spPr>
          <a:xfrm>
            <a:off x="45590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6" name="Oval 705"/>
          <p:cNvSpPr/>
          <p:nvPr/>
        </p:nvSpPr>
        <p:spPr>
          <a:xfrm>
            <a:off x="54015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7" name="Oval 706"/>
          <p:cNvSpPr/>
          <p:nvPr/>
        </p:nvSpPr>
        <p:spPr>
          <a:xfrm>
            <a:off x="62441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8" name="Oval 707"/>
          <p:cNvSpPr/>
          <p:nvPr/>
        </p:nvSpPr>
        <p:spPr>
          <a:xfrm>
            <a:off x="877173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09" name="Oval 708"/>
          <p:cNvSpPr/>
          <p:nvPr/>
        </p:nvSpPr>
        <p:spPr>
          <a:xfrm>
            <a:off x="792919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0" name="Oval 709"/>
          <p:cNvSpPr/>
          <p:nvPr/>
        </p:nvSpPr>
        <p:spPr>
          <a:xfrm>
            <a:off x="1045681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1" name="Oval 710"/>
          <p:cNvSpPr/>
          <p:nvPr/>
        </p:nvSpPr>
        <p:spPr>
          <a:xfrm>
            <a:off x="961427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2" name="Oval 711"/>
          <p:cNvSpPr/>
          <p:nvPr/>
        </p:nvSpPr>
        <p:spPr>
          <a:xfrm>
            <a:off x="11299353" y="159651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3" name="Teardrop 3"/>
          <p:cNvSpPr/>
          <p:nvPr/>
        </p:nvSpPr>
        <p:spPr>
          <a:xfrm rot="5400000" flipH="1" flipV="1">
            <a:off x="64427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4" name="Teardrop 3"/>
          <p:cNvSpPr/>
          <p:nvPr/>
        </p:nvSpPr>
        <p:spPr>
          <a:xfrm rot="5400000" flipH="1" flipV="1">
            <a:off x="-148774" y="1946410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5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4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4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1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7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4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5" name="Teardrop 3"/>
          <p:cNvSpPr/>
          <p:nvPr/>
        </p:nvSpPr>
        <p:spPr>
          <a:xfrm rot="5400000" flipH="1" flipV="1">
            <a:off x="13875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6" name="Teardrop 3"/>
          <p:cNvSpPr/>
          <p:nvPr/>
        </p:nvSpPr>
        <p:spPr>
          <a:xfrm rot="5400000" flipH="1" flipV="1">
            <a:off x="22300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7" name="Teardrop 3"/>
          <p:cNvSpPr/>
          <p:nvPr/>
        </p:nvSpPr>
        <p:spPr>
          <a:xfrm rot="5400000" flipH="1" flipV="1">
            <a:off x="307261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8" name="Teardrop 3"/>
          <p:cNvSpPr/>
          <p:nvPr/>
        </p:nvSpPr>
        <p:spPr>
          <a:xfrm rot="5400000" flipH="1" flipV="1">
            <a:off x="391515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19" name="Teardrop 3"/>
          <p:cNvSpPr/>
          <p:nvPr/>
        </p:nvSpPr>
        <p:spPr>
          <a:xfrm rot="5400000" flipH="1" flipV="1">
            <a:off x="47576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0" name="Teardrop 3"/>
          <p:cNvSpPr/>
          <p:nvPr/>
        </p:nvSpPr>
        <p:spPr>
          <a:xfrm rot="5400000" flipH="1" flipV="1">
            <a:off x="56002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1" name="Teardrop 3"/>
          <p:cNvSpPr/>
          <p:nvPr/>
        </p:nvSpPr>
        <p:spPr>
          <a:xfrm rot="5400000" flipH="1" flipV="1">
            <a:off x="812785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2" name="Teardrop 3"/>
          <p:cNvSpPr/>
          <p:nvPr/>
        </p:nvSpPr>
        <p:spPr>
          <a:xfrm rot="5400000" flipH="1" flipV="1">
            <a:off x="728531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3" name="Teardrop 3"/>
          <p:cNvSpPr/>
          <p:nvPr/>
        </p:nvSpPr>
        <p:spPr>
          <a:xfrm rot="5400000" flipH="1" flipV="1">
            <a:off x="981293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4" name="Teardrop 3"/>
          <p:cNvSpPr/>
          <p:nvPr/>
        </p:nvSpPr>
        <p:spPr>
          <a:xfrm rot="5400000" flipH="1" flipV="1">
            <a:off x="89703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5" name="Teardrop 3"/>
          <p:cNvSpPr/>
          <p:nvPr/>
        </p:nvSpPr>
        <p:spPr>
          <a:xfrm rot="5400000" flipH="1" flipV="1">
            <a:off x="11498011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6" name="Teardrop 3"/>
          <p:cNvSpPr/>
          <p:nvPr/>
        </p:nvSpPr>
        <p:spPr>
          <a:xfrm rot="5400000" flipH="1" flipV="1">
            <a:off x="1065547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7" name="Teardrop 3"/>
          <p:cNvSpPr/>
          <p:nvPr/>
        </p:nvSpPr>
        <p:spPr>
          <a:xfrm rot="5400000" flipH="1" flipV="1">
            <a:off x="544992" y="1797636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8" name="Oval 727"/>
          <p:cNvSpPr/>
          <p:nvPr/>
        </p:nvSpPr>
        <p:spPr>
          <a:xfrm>
            <a:off x="66645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29" name="Oval 728"/>
          <p:cNvSpPr/>
          <p:nvPr/>
        </p:nvSpPr>
        <p:spPr>
          <a:xfrm>
            <a:off x="7667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0" name="Oval 729"/>
          <p:cNvSpPr/>
          <p:nvPr/>
        </p:nvSpPr>
        <p:spPr>
          <a:xfrm>
            <a:off x="16092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1" name="Oval 730"/>
          <p:cNvSpPr/>
          <p:nvPr/>
        </p:nvSpPr>
        <p:spPr>
          <a:xfrm>
            <a:off x="24518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2" name="Oval 731"/>
          <p:cNvSpPr/>
          <p:nvPr/>
        </p:nvSpPr>
        <p:spPr>
          <a:xfrm>
            <a:off x="329435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3" name="Oval 732"/>
          <p:cNvSpPr/>
          <p:nvPr/>
        </p:nvSpPr>
        <p:spPr>
          <a:xfrm>
            <a:off x="413689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4" name="Oval 733"/>
          <p:cNvSpPr/>
          <p:nvPr/>
        </p:nvSpPr>
        <p:spPr>
          <a:xfrm>
            <a:off x="49794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5" name="Oval 734"/>
          <p:cNvSpPr/>
          <p:nvPr/>
        </p:nvSpPr>
        <p:spPr>
          <a:xfrm>
            <a:off x="58219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6" name="Oval 735"/>
          <p:cNvSpPr/>
          <p:nvPr/>
        </p:nvSpPr>
        <p:spPr>
          <a:xfrm>
            <a:off x="834959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7" name="Oval 736"/>
          <p:cNvSpPr/>
          <p:nvPr/>
        </p:nvSpPr>
        <p:spPr>
          <a:xfrm>
            <a:off x="750705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8" name="Oval 737"/>
          <p:cNvSpPr/>
          <p:nvPr/>
        </p:nvSpPr>
        <p:spPr>
          <a:xfrm>
            <a:off x="1003467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39" name="Oval 738"/>
          <p:cNvSpPr/>
          <p:nvPr/>
        </p:nvSpPr>
        <p:spPr>
          <a:xfrm>
            <a:off x="919213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0" name="Oval 739"/>
          <p:cNvSpPr/>
          <p:nvPr/>
        </p:nvSpPr>
        <p:spPr>
          <a:xfrm>
            <a:off x="11719750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1" name="Oval 740"/>
          <p:cNvSpPr/>
          <p:nvPr/>
        </p:nvSpPr>
        <p:spPr>
          <a:xfrm>
            <a:off x="10877211" y="2019794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2" name="Teardrop 3"/>
          <p:cNvSpPr/>
          <p:nvPr/>
        </p:nvSpPr>
        <p:spPr>
          <a:xfrm rot="5400000" flipH="1" flipV="1">
            <a:off x="60211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3" name="Teardrop 3"/>
          <p:cNvSpPr/>
          <p:nvPr/>
        </p:nvSpPr>
        <p:spPr>
          <a:xfrm rot="5400000" flipH="1" flipV="1">
            <a:off x="9659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4" name="Teardrop 3"/>
          <p:cNvSpPr/>
          <p:nvPr/>
        </p:nvSpPr>
        <p:spPr>
          <a:xfrm rot="5400000" flipH="1" flipV="1">
            <a:off x="18084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5" name="Teardrop 3"/>
          <p:cNvSpPr/>
          <p:nvPr/>
        </p:nvSpPr>
        <p:spPr>
          <a:xfrm rot="5400000" flipH="1" flipV="1">
            <a:off x="265102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6" name="Teardrop 3"/>
          <p:cNvSpPr/>
          <p:nvPr/>
        </p:nvSpPr>
        <p:spPr>
          <a:xfrm rot="5400000" flipH="1" flipV="1">
            <a:off x="349356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7" name="Teardrop 3"/>
          <p:cNvSpPr/>
          <p:nvPr/>
        </p:nvSpPr>
        <p:spPr>
          <a:xfrm rot="5400000" flipH="1" flipV="1">
            <a:off x="43361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8" name="Teardrop 3"/>
          <p:cNvSpPr/>
          <p:nvPr/>
        </p:nvSpPr>
        <p:spPr>
          <a:xfrm rot="5400000" flipH="1" flipV="1">
            <a:off x="51786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49" name="Teardrop 3"/>
          <p:cNvSpPr/>
          <p:nvPr/>
        </p:nvSpPr>
        <p:spPr>
          <a:xfrm rot="5400000" flipH="1" flipV="1">
            <a:off x="770626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0" name="Teardrop 3"/>
          <p:cNvSpPr/>
          <p:nvPr/>
        </p:nvSpPr>
        <p:spPr>
          <a:xfrm rot="5400000" flipH="1" flipV="1">
            <a:off x="686372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1" name="Teardrop 3"/>
          <p:cNvSpPr/>
          <p:nvPr/>
        </p:nvSpPr>
        <p:spPr>
          <a:xfrm rot="5400000" flipH="1" flipV="1">
            <a:off x="939134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2" name="Teardrop 3"/>
          <p:cNvSpPr/>
          <p:nvPr/>
        </p:nvSpPr>
        <p:spPr>
          <a:xfrm rot="5400000" flipH="1" flipV="1">
            <a:off x="85488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3" name="Teardrop 3"/>
          <p:cNvSpPr/>
          <p:nvPr/>
        </p:nvSpPr>
        <p:spPr>
          <a:xfrm rot="5400000" flipH="1" flipV="1">
            <a:off x="11076421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4" name="Teardrop 3"/>
          <p:cNvSpPr/>
          <p:nvPr/>
        </p:nvSpPr>
        <p:spPr>
          <a:xfrm rot="5400000" flipH="1" flipV="1">
            <a:off x="1023388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5" name="Teardrop 3"/>
          <p:cNvSpPr/>
          <p:nvPr/>
        </p:nvSpPr>
        <p:spPr>
          <a:xfrm rot="5400000" flipH="1" flipV="1">
            <a:off x="123402" y="221832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6" name="Teardrop 3"/>
          <p:cNvSpPr/>
          <p:nvPr/>
        </p:nvSpPr>
        <p:spPr>
          <a:xfrm rot="5400000" flipH="1" flipV="1">
            <a:off x="11760003" y="2373673"/>
            <a:ext cx="595780" cy="268215"/>
          </a:xfrm>
          <a:custGeom>
            <a:avLst/>
            <a:gdLst/>
            <a:ahLst/>
            <a:cxnLst/>
            <a:rect l="l" t="t" r="r" b="b"/>
            <a:pathLst>
              <a:path w="595780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0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70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7" name="Oval 756"/>
          <p:cNvSpPr/>
          <p:nvPr/>
        </p:nvSpPr>
        <p:spPr>
          <a:xfrm>
            <a:off x="70866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8" name="Oval 757"/>
          <p:cNvSpPr/>
          <p:nvPr/>
        </p:nvSpPr>
        <p:spPr>
          <a:xfrm>
            <a:off x="3463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59" name="Oval 758"/>
          <p:cNvSpPr/>
          <p:nvPr/>
        </p:nvSpPr>
        <p:spPr>
          <a:xfrm>
            <a:off x="11888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0" name="Oval 759"/>
          <p:cNvSpPr/>
          <p:nvPr/>
        </p:nvSpPr>
        <p:spPr>
          <a:xfrm>
            <a:off x="20314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1" name="Oval 760"/>
          <p:cNvSpPr/>
          <p:nvPr/>
        </p:nvSpPr>
        <p:spPr>
          <a:xfrm>
            <a:off x="28739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2" name="Oval 761"/>
          <p:cNvSpPr/>
          <p:nvPr/>
        </p:nvSpPr>
        <p:spPr>
          <a:xfrm>
            <a:off x="371649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3" name="Oval 762"/>
          <p:cNvSpPr/>
          <p:nvPr/>
        </p:nvSpPr>
        <p:spPr>
          <a:xfrm>
            <a:off x="45590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4" name="Oval 763"/>
          <p:cNvSpPr/>
          <p:nvPr/>
        </p:nvSpPr>
        <p:spPr>
          <a:xfrm>
            <a:off x="54015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5" name="Oval 764"/>
          <p:cNvSpPr/>
          <p:nvPr/>
        </p:nvSpPr>
        <p:spPr>
          <a:xfrm>
            <a:off x="62441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6" name="Oval 765"/>
          <p:cNvSpPr/>
          <p:nvPr/>
        </p:nvSpPr>
        <p:spPr>
          <a:xfrm>
            <a:off x="877173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7" name="Oval 766"/>
          <p:cNvSpPr/>
          <p:nvPr/>
        </p:nvSpPr>
        <p:spPr>
          <a:xfrm>
            <a:off x="792919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8" name="Oval 767"/>
          <p:cNvSpPr/>
          <p:nvPr/>
        </p:nvSpPr>
        <p:spPr>
          <a:xfrm>
            <a:off x="1045681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69" name="Oval 768"/>
          <p:cNvSpPr/>
          <p:nvPr/>
        </p:nvSpPr>
        <p:spPr>
          <a:xfrm>
            <a:off x="961427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0" name="Oval 769"/>
          <p:cNvSpPr/>
          <p:nvPr/>
        </p:nvSpPr>
        <p:spPr>
          <a:xfrm>
            <a:off x="11299353" y="243911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1" name="Teardrop 3"/>
          <p:cNvSpPr/>
          <p:nvPr/>
        </p:nvSpPr>
        <p:spPr>
          <a:xfrm rot="5400000" flipH="1" flipV="1">
            <a:off x="64427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2" name="Teardrop 3"/>
          <p:cNvSpPr/>
          <p:nvPr/>
        </p:nvSpPr>
        <p:spPr>
          <a:xfrm rot="5400000" flipH="1" flipV="1">
            <a:off x="-148774" y="2795083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6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5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5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2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8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5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3" name="Teardrop 3"/>
          <p:cNvSpPr/>
          <p:nvPr/>
        </p:nvSpPr>
        <p:spPr>
          <a:xfrm rot="5400000" flipH="1" flipV="1">
            <a:off x="13875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4" name="Teardrop 3"/>
          <p:cNvSpPr/>
          <p:nvPr/>
        </p:nvSpPr>
        <p:spPr>
          <a:xfrm rot="5400000" flipH="1" flipV="1">
            <a:off x="22300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5" name="Teardrop 3"/>
          <p:cNvSpPr/>
          <p:nvPr/>
        </p:nvSpPr>
        <p:spPr>
          <a:xfrm rot="5400000" flipH="1" flipV="1">
            <a:off x="307261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6" name="Teardrop 3"/>
          <p:cNvSpPr/>
          <p:nvPr/>
        </p:nvSpPr>
        <p:spPr>
          <a:xfrm rot="5400000" flipH="1" flipV="1">
            <a:off x="391515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7" name="Teardrop 3"/>
          <p:cNvSpPr/>
          <p:nvPr/>
        </p:nvSpPr>
        <p:spPr>
          <a:xfrm rot="5400000" flipH="1" flipV="1">
            <a:off x="47576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8" name="Teardrop 3"/>
          <p:cNvSpPr/>
          <p:nvPr/>
        </p:nvSpPr>
        <p:spPr>
          <a:xfrm rot="5400000" flipH="1" flipV="1">
            <a:off x="56002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79" name="Teardrop 3"/>
          <p:cNvSpPr/>
          <p:nvPr/>
        </p:nvSpPr>
        <p:spPr>
          <a:xfrm rot="5400000" flipH="1" flipV="1">
            <a:off x="812785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0" name="Teardrop 3"/>
          <p:cNvSpPr/>
          <p:nvPr/>
        </p:nvSpPr>
        <p:spPr>
          <a:xfrm rot="5400000" flipH="1" flipV="1">
            <a:off x="728531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1" name="Teardrop 3"/>
          <p:cNvSpPr/>
          <p:nvPr/>
        </p:nvSpPr>
        <p:spPr>
          <a:xfrm rot="5400000" flipH="1" flipV="1">
            <a:off x="981293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2" name="Teardrop 3"/>
          <p:cNvSpPr/>
          <p:nvPr/>
        </p:nvSpPr>
        <p:spPr>
          <a:xfrm rot="5400000" flipH="1" flipV="1">
            <a:off x="89703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3" name="Teardrop 3"/>
          <p:cNvSpPr/>
          <p:nvPr/>
        </p:nvSpPr>
        <p:spPr>
          <a:xfrm rot="5400000" flipH="1" flipV="1">
            <a:off x="11498011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4" name="Teardrop 3"/>
          <p:cNvSpPr/>
          <p:nvPr/>
        </p:nvSpPr>
        <p:spPr>
          <a:xfrm rot="5400000" flipH="1" flipV="1">
            <a:off x="1065547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5" name="Teardrop 3"/>
          <p:cNvSpPr/>
          <p:nvPr/>
        </p:nvSpPr>
        <p:spPr>
          <a:xfrm rot="5400000" flipH="1" flipV="1">
            <a:off x="544992" y="264630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6" name="Oval 785"/>
          <p:cNvSpPr/>
          <p:nvPr/>
        </p:nvSpPr>
        <p:spPr>
          <a:xfrm>
            <a:off x="66645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7" name="Oval 786"/>
          <p:cNvSpPr/>
          <p:nvPr/>
        </p:nvSpPr>
        <p:spPr>
          <a:xfrm>
            <a:off x="7667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8" name="Oval 787"/>
          <p:cNvSpPr/>
          <p:nvPr/>
        </p:nvSpPr>
        <p:spPr>
          <a:xfrm>
            <a:off x="16092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89" name="Oval 788"/>
          <p:cNvSpPr/>
          <p:nvPr/>
        </p:nvSpPr>
        <p:spPr>
          <a:xfrm>
            <a:off x="24518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0" name="Oval 789"/>
          <p:cNvSpPr/>
          <p:nvPr/>
        </p:nvSpPr>
        <p:spPr>
          <a:xfrm>
            <a:off x="329435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1" name="Oval 790"/>
          <p:cNvSpPr/>
          <p:nvPr/>
        </p:nvSpPr>
        <p:spPr>
          <a:xfrm>
            <a:off x="413689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2" name="Oval 791"/>
          <p:cNvSpPr/>
          <p:nvPr/>
        </p:nvSpPr>
        <p:spPr>
          <a:xfrm>
            <a:off x="49794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3" name="Oval 792"/>
          <p:cNvSpPr/>
          <p:nvPr/>
        </p:nvSpPr>
        <p:spPr>
          <a:xfrm>
            <a:off x="58219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4" name="Oval 793"/>
          <p:cNvSpPr/>
          <p:nvPr/>
        </p:nvSpPr>
        <p:spPr>
          <a:xfrm>
            <a:off x="834959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5" name="Oval 794"/>
          <p:cNvSpPr/>
          <p:nvPr/>
        </p:nvSpPr>
        <p:spPr>
          <a:xfrm>
            <a:off x="750705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6" name="Oval 795"/>
          <p:cNvSpPr/>
          <p:nvPr/>
        </p:nvSpPr>
        <p:spPr>
          <a:xfrm>
            <a:off x="1003467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7" name="Oval 796"/>
          <p:cNvSpPr/>
          <p:nvPr/>
        </p:nvSpPr>
        <p:spPr>
          <a:xfrm>
            <a:off x="919213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8" name="Oval 797"/>
          <p:cNvSpPr/>
          <p:nvPr/>
        </p:nvSpPr>
        <p:spPr>
          <a:xfrm>
            <a:off x="11719750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99" name="Oval 798"/>
          <p:cNvSpPr/>
          <p:nvPr/>
        </p:nvSpPr>
        <p:spPr>
          <a:xfrm>
            <a:off x="10877211" y="2868467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0" name="Teardrop 3"/>
          <p:cNvSpPr/>
          <p:nvPr/>
        </p:nvSpPr>
        <p:spPr>
          <a:xfrm rot="5400000" flipH="1" flipV="1">
            <a:off x="60211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1" name="Teardrop 3"/>
          <p:cNvSpPr/>
          <p:nvPr/>
        </p:nvSpPr>
        <p:spPr>
          <a:xfrm rot="5400000" flipH="1" flipV="1">
            <a:off x="9659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2" name="Teardrop 3"/>
          <p:cNvSpPr/>
          <p:nvPr/>
        </p:nvSpPr>
        <p:spPr>
          <a:xfrm rot="5400000" flipH="1" flipV="1">
            <a:off x="18084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3" name="Teardrop 3"/>
          <p:cNvSpPr/>
          <p:nvPr/>
        </p:nvSpPr>
        <p:spPr>
          <a:xfrm rot="5400000" flipH="1" flipV="1">
            <a:off x="265102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4" name="Teardrop 3"/>
          <p:cNvSpPr/>
          <p:nvPr/>
        </p:nvSpPr>
        <p:spPr>
          <a:xfrm rot="5400000" flipH="1" flipV="1">
            <a:off x="349356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5" name="Teardrop 3"/>
          <p:cNvSpPr/>
          <p:nvPr/>
        </p:nvSpPr>
        <p:spPr>
          <a:xfrm rot="5400000" flipH="1" flipV="1">
            <a:off x="43361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6" name="Teardrop 3"/>
          <p:cNvSpPr/>
          <p:nvPr/>
        </p:nvSpPr>
        <p:spPr>
          <a:xfrm rot="5400000" flipH="1" flipV="1">
            <a:off x="51786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7" name="Teardrop 3"/>
          <p:cNvSpPr/>
          <p:nvPr/>
        </p:nvSpPr>
        <p:spPr>
          <a:xfrm rot="5400000" flipH="1" flipV="1">
            <a:off x="770626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8" name="Teardrop 3"/>
          <p:cNvSpPr/>
          <p:nvPr/>
        </p:nvSpPr>
        <p:spPr>
          <a:xfrm rot="5400000" flipH="1" flipV="1">
            <a:off x="686372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9" name="Teardrop 3"/>
          <p:cNvSpPr/>
          <p:nvPr/>
        </p:nvSpPr>
        <p:spPr>
          <a:xfrm rot="5400000" flipH="1" flipV="1">
            <a:off x="939134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0" name="Teardrop 3"/>
          <p:cNvSpPr/>
          <p:nvPr/>
        </p:nvSpPr>
        <p:spPr>
          <a:xfrm rot="5400000" flipH="1" flipV="1">
            <a:off x="85488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1" name="Teardrop 3"/>
          <p:cNvSpPr/>
          <p:nvPr/>
        </p:nvSpPr>
        <p:spPr>
          <a:xfrm rot="5400000" flipH="1" flipV="1">
            <a:off x="11076421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2" name="Teardrop 3"/>
          <p:cNvSpPr/>
          <p:nvPr/>
        </p:nvSpPr>
        <p:spPr>
          <a:xfrm rot="5400000" flipH="1" flipV="1">
            <a:off x="1023388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3" name="Teardrop 3"/>
          <p:cNvSpPr/>
          <p:nvPr/>
        </p:nvSpPr>
        <p:spPr>
          <a:xfrm rot="5400000" flipH="1" flipV="1">
            <a:off x="123402" y="3068579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4" name="Teardrop 3"/>
          <p:cNvSpPr/>
          <p:nvPr/>
        </p:nvSpPr>
        <p:spPr>
          <a:xfrm rot="5400000" flipH="1" flipV="1">
            <a:off x="11760002" y="3223930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7" y="250112"/>
                  <a:pt x="155376" y="250112"/>
                </a:cubicBezTo>
                <a:cubicBezTo>
                  <a:pt x="174454" y="249746"/>
                  <a:pt x="198601" y="254980"/>
                  <a:pt x="211458" y="268141"/>
                </a:cubicBezTo>
                <a:cubicBezTo>
                  <a:pt x="215885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6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59" y="254779"/>
                  <a:pt x="246352" y="254786"/>
                </a:cubicBezTo>
                <a:cubicBezTo>
                  <a:pt x="246344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69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8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89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lnTo>
                  <a:pt x="81286" y="89721"/>
                </a:ln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lnTo>
                  <a:pt x="297890" y="0"/>
                </a:ln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5" name="Oval 814"/>
          <p:cNvSpPr/>
          <p:nvPr/>
        </p:nvSpPr>
        <p:spPr>
          <a:xfrm>
            <a:off x="70866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6" name="Oval 815"/>
          <p:cNvSpPr/>
          <p:nvPr/>
        </p:nvSpPr>
        <p:spPr>
          <a:xfrm>
            <a:off x="3463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7" name="Oval 816"/>
          <p:cNvSpPr/>
          <p:nvPr/>
        </p:nvSpPr>
        <p:spPr>
          <a:xfrm>
            <a:off x="11888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8" name="Oval 817"/>
          <p:cNvSpPr/>
          <p:nvPr/>
        </p:nvSpPr>
        <p:spPr>
          <a:xfrm>
            <a:off x="20314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19" name="Oval 818"/>
          <p:cNvSpPr/>
          <p:nvPr/>
        </p:nvSpPr>
        <p:spPr>
          <a:xfrm>
            <a:off x="28739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0" name="Oval 819"/>
          <p:cNvSpPr/>
          <p:nvPr/>
        </p:nvSpPr>
        <p:spPr>
          <a:xfrm>
            <a:off x="371649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1" name="Oval 820"/>
          <p:cNvSpPr/>
          <p:nvPr/>
        </p:nvSpPr>
        <p:spPr>
          <a:xfrm>
            <a:off x="45590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2" name="Oval 821"/>
          <p:cNvSpPr/>
          <p:nvPr/>
        </p:nvSpPr>
        <p:spPr>
          <a:xfrm>
            <a:off x="54015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3" name="Oval 822"/>
          <p:cNvSpPr/>
          <p:nvPr/>
        </p:nvSpPr>
        <p:spPr>
          <a:xfrm>
            <a:off x="62441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4" name="Oval 823"/>
          <p:cNvSpPr/>
          <p:nvPr/>
        </p:nvSpPr>
        <p:spPr>
          <a:xfrm>
            <a:off x="877173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5" name="Oval 824"/>
          <p:cNvSpPr/>
          <p:nvPr/>
        </p:nvSpPr>
        <p:spPr>
          <a:xfrm>
            <a:off x="792919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6" name="Oval 825"/>
          <p:cNvSpPr/>
          <p:nvPr/>
        </p:nvSpPr>
        <p:spPr>
          <a:xfrm>
            <a:off x="1045681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7" name="Oval 826"/>
          <p:cNvSpPr/>
          <p:nvPr/>
        </p:nvSpPr>
        <p:spPr>
          <a:xfrm>
            <a:off x="961427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8" name="Oval 827"/>
          <p:cNvSpPr/>
          <p:nvPr/>
        </p:nvSpPr>
        <p:spPr>
          <a:xfrm>
            <a:off x="11299353" y="328936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29" name="Teardrop 3"/>
          <p:cNvSpPr/>
          <p:nvPr/>
        </p:nvSpPr>
        <p:spPr>
          <a:xfrm rot="5400000" flipH="1" flipV="1">
            <a:off x="64427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0" name="Teardrop 3"/>
          <p:cNvSpPr/>
          <p:nvPr/>
        </p:nvSpPr>
        <p:spPr>
          <a:xfrm rot="5400000" flipH="1" flipV="1">
            <a:off x="-148774" y="3639262"/>
            <a:ext cx="612648" cy="315100"/>
          </a:xfrm>
          <a:custGeom>
            <a:avLst/>
            <a:gdLst/>
            <a:ahLst/>
            <a:cxnLst/>
            <a:rect l="l" t="t" r="r" b="b"/>
            <a:pathLst>
              <a:path w="612648" h="315100">
                <a:moveTo>
                  <a:pt x="239386" y="75670"/>
                </a:moveTo>
                <a:cubicBezTo>
                  <a:pt x="230866" y="67149"/>
                  <a:pt x="224313" y="57406"/>
                  <a:pt x="219944" y="46909"/>
                </a:cubicBezTo>
                <a:cubicBezTo>
                  <a:pt x="207099" y="60107"/>
                  <a:pt x="182914" y="65356"/>
                  <a:pt x="163810" y="64989"/>
                </a:cubicBezTo>
                <a:cubicBezTo>
                  <a:pt x="113792" y="64989"/>
                  <a:pt x="73243" y="105538"/>
                  <a:pt x="73243" y="155556"/>
                </a:cubicBezTo>
                <a:cubicBezTo>
                  <a:pt x="73243" y="179467"/>
                  <a:pt x="82509" y="201213"/>
                  <a:pt x="97830" y="217225"/>
                </a:cubicBezTo>
                <a:close/>
                <a:moveTo>
                  <a:pt x="268191" y="95157"/>
                </a:moveTo>
                <a:cubicBezTo>
                  <a:pt x="257695" y="90787"/>
                  <a:pt x="247952" y="84234"/>
                  <a:pt x="239431" y="75715"/>
                </a:cubicBezTo>
                <a:lnTo>
                  <a:pt x="97875" y="217270"/>
                </a:lnTo>
                <a:cubicBezTo>
                  <a:pt x="113887" y="232591"/>
                  <a:pt x="135634" y="241857"/>
                  <a:pt x="159544" y="241857"/>
                </a:cubicBezTo>
                <a:cubicBezTo>
                  <a:pt x="184553" y="241857"/>
                  <a:pt x="207195" y="231720"/>
                  <a:pt x="223585" y="215331"/>
                </a:cubicBezTo>
                <a:cubicBezTo>
                  <a:pt x="239974" y="198941"/>
                  <a:pt x="250111" y="176299"/>
                  <a:pt x="250111" y="151290"/>
                </a:cubicBezTo>
                <a:cubicBezTo>
                  <a:pt x="249745" y="132187"/>
                  <a:pt x="254994" y="108002"/>
                  <a:pt x="268191" y="95157"/>
                </a:cubicBezTo>
                <a:close/>
                <a:moveTo>
                  <a:pt x="391275" y="232488"/>
                </a:moveTo>
                <a:cubicBezTo>
                  <a:pt x="366688" y="214199"/>
                  <a:pt x="350981" y="184860"/>
                  <a:pt x="350981" y="151853"/>
                </a:cubicBezTo>
                <a:cubicBezTo>
                  <a:pt x="351479" y="125869"/>
                  <a:pt x="347689" y="109892"/>
                  <a:pt x="331337" y="99934"/>
                </a:cubicBezTo>
                <a:cubicBezTo>
                  <a:pt x="315088" y="104415"/>
                  <a:pt x="297874" y="104335"/>
                  <a:pt x="281637" y="99721"/>
                </a:cubicBezTo>
                <a:cubicBezTo>
                  <a:pt x="265010" y="109675"/>
                  <a:pt x="261165" y="125694"/>
                  <a:pt x="261667" y="151853"/>
                </a:cubicBezTo>
                <a:cubicBezTo>
                  <a:pt x="261667" y="179968"/>
                  <a:pt x="250271" y="205421"/>
                  <a:pt x="231847" y="223846"/>
                </a:cubicBezTo>
                <a:lnTo>
                  <a:pt x="221347" y="232509"/>
                </a:lnTo>
                <a:cubicBezTo>
                  <a:pt x="224390" y="249009"/>
                  <a:pt x="232545" y="264623"/>
                  <a:pt x="245300" y="277378"/>
                </a:cubicBezTo>
                <a:cubicBezTo>
                  <a:pt x="262208" y="294285"/>
                  <a:pt x="284137" y="303111"/>
                  <a:pt x="306292" y="303599"/>
                </a:cubicBezTo>
                <a:lnTo>
                  <a:pt x="306292" y="218433"/>
                </a:lnTo>
                <a:lnTo>
                  <a:pt x="306356" y="218433"/>
                </a:lnTo>
                <a:lnTo>
                  <a:pt x="306356" y="303599"/>
                </a:lnTo>
                <a:cubicBezTo>
                  <a:pt x="328512" y="303110"/>
                  <a:pt x="350441" y="294285"/>
                  <a:pt x="367348" y="277378"/>
                </a:cubicBezTo>
                <a:cubicBezTo>
                  <a:pt x="380109" y="264617"/>
                  <a:pt x="388266" y="248996"/>
                  <a:pt x="391275" y="232488"/>
                </a:cubicBezTo>
                <a:close/>
                <a:moveTo>
                  <a:pt x="514773" y="217271"/>
                </a:moveTo>
                <a:lnTo>
                  <a:pt x="373218" y="75716"/>
                </a:lnTo>
                <a:cubicBezTo>
                  <a:pt x="364700" y="84231"/>
                  <a:pt x="354962" y="90781"/>
                  <a:pt x="344508" y="95209"/>
                </a:cubicBezTo>
                <a:cubicBezTo>
                  <a:pt x="357668" y="108066"/>
                  <a:pt x="362903" y="132212"/>
                  <a:pt x="362537" y="151290"/>
                </a:cubicBezTo>
                <a:cubicBezTo>
                  <a:pt x="362537" y="201309"/>
                  <a:pt x="403086" y="241857"/>
                  <a:pt x="453104" y="241857"/>
                </a:cubicBezTo>
                <a:cubicBezTo>
                  <a:pt x="477015" y="241857"/>
                  <a:pt x="498761" y="232592"/>
                  <a:pt x="514773" y="217271"/>
                </a:cubicBezTo>
                <a:close/>
                <a:moveTo>
                  <a:pt x="539405" y="155556"/>
                </a:moveTo>
                <a:cubicBezTo>
                  <a:pt x="539405" y="105538"/>
                  <a:pt x="498856" y="64989"/>
                  <a:pt x="448838" y="64989"/>
                </a:cubicBezTo>
                <a:cubicBezTo>
                  <a:pt x="429760" y="65355"/>
                  <a:pt x="405614" y="60121"/>
                  <a:pt x="392756" y="46961"/>
                </a:cubicBezTo>
                <a:cubicBezTo>
                  <a:pt x="388329" y="57415"/>
                  <a:pt x="381778" y="67153"/>
                  <a:pt x="373263" y="75671"/>
                </a:cubicBezTo>
                <a:lnTo>
                  <a:pt x="514818" y="217225"/>
                </a:lnTo>
                <a:cubicBezTo>
                  <a:pt x="530139" y="201213"/>
                  <a:pt x="539405" y="179467"/>
                  <a:pt x="539405" y="155556"/>
                </a:cubicBezTo>
                <a:close/>
                <a:moveTo>
                  <a:pt x="612648" y="8776"/>
                </a:moveTo>
                <a:cubicBezTo>
                  <a:pt x="612257" y="34030"/>
                  <a:pt x="602326" y="59101"/>
                  <a:pt x="583058" y="78369"/>
                </a:cubicBezTo>
                <a:cubicBezTo>
                  <a:pt x="569890" y="91537"/>
                  <a:pt x="554014" y="100343"/>
                  <a:pt x="537134" y="104416"/>
                </a:cubicBezTo>
                <a:cubicBezTo>
                  <a:pt x="546225" y="119205"/>
                  <a:pt x="551214" y="136643"/>
                  <a:pt x="551214" y="155247"/>
                </a:cubicBezTo>
                <a:cubicBezTo>
                  <a:pt x="551214" y="182497"/>
                  <a:pt x="540509" y="207247"/>
                  <a:pt x="522928" y="225380"/>
                </a:cubicBezTo>
                <a:lnTo>
                  <a:pt x="522928" y="225380"/>
                </a:lnTo>
                <a:cubicBezTo>
                  <a:pt x="504794" y="242961"/>
                  <a:pt x="480045" y="253667"/>
                  <a:pt x="452794" y="253667"/>
                </a:cubicBezTo>
                <a:cubicBezTo>
                  <a:pt x="434191" y="253667"/>
                  <a:pt x="416753" y="248677"/>
                  <a:pt x="401964" y="239586"/>
                </a:cubicBezTo>
                <a:cubicBezTo>
                  <a:pt x="397891" y="256466"/>
                  <a:pt x="389084" y="272342"/>
                  <a:pt x="375917" y="285509"/>
                </a:cubicBezTo>
                <a:cubicBezTo>
                  <a:pt x="356649" y="304778"/>
                  <a:pt x="331578" y="314709"/>
                  <a:pt x="306324" y="315100"/>
                </a:cubicBezTo>
                <a:lnTo>
                  <a:pt x="306324" y="315100"/>
                </a:lnTo>
                <a:cubicBezTo>
                  <a:pt x="281070" y="314709"/>
                  <a:pt x="255999" y="304778"/>
                  <a:pt x="236731" y="285509"/>
                </a:cubicBezTo>
                <a:cubicBezTo>
                  <a:pt x="223571" y="272349"/>
                  <a:pt x="214766" y="256482"/>
                  <a:pt x="210610" y="239626"/>
                </a:cubicBezTo>
                <a:cubicBezTo>
                  <a:pt x="195839" y="248693"/>
                  <a:pt x="178427" y="253666"/>
                  <a:pt x="159854" y="253666"/>
                </a:cubicBezTo>
                <a:cubicBezTo>
                  <a:pt x="132604" y="253666"/>
                  <a:pt x="107854" y="242961"/>
                  <a:pt x="89720" y="225380"/>
                </a:cubicBezTo>
                <a:lnTo>
                  <a:pt x="89720" y="225380"/>
                </a:lnTo>
                <a:cubicBezTo>
                  <a:pt x="72140" y="207247"/>
                  <a:pt x="61434" y="182497"/>
                  <a:pt x="61434" y="155247"/>
                </a:cubicBezTo>
                <a:cubicBezTo>
                  <a:pt x="61434" y="136673"/>
                  <a:pt x="66408" y="119262"/>
                  <a:pt x="75474" y="104490"/>
                </a:cubicBezTo>
                <a:cubicBezTo>
                  <a:pt x="58618" y="100334"/>
                  <a:pt x="42751" y="91530"/>
                  <a:pt x="29591" y="78369"/>
                </a:cubicBezTo>
                <a:cubicBezTo>
                  <a:pt x="10322" y="59101"/>
                  <a:pt x="391" y="34030"/>
                  <a:pt x="0" y="8776"/>
                </a:cubicBezTo>
                <a:lnTo>
                  <a:pt x="0" y="8776"/>
                </a:lnTo>
                <a:lnTo>
                  <a:pt x="1828" y="0"/>
                </a:lnTo>
                <a:lnTo>
                  <a:pt x="13374" y="0"/>
                </a:lnTo>
                <a:cubicBezTo>
                  <a:pt x="11782" y="2802"/>
                  <a:pt x="11567" y="5771"/>
                  <a:pt x="11501" y="8744"/>
                </a:cubicBezTo>
                <a:lnTo>
                  <a:pt x="96667" y="8744"/>
                </a:lnTo>
                <a:lnTo>
                  <a:pt x="96667" y="8808"/>
                </a:lnTo>
                <a:lnTo>
                  <a:pt x="11501" y="8808"/>
                </a:lnTo>
                <a:cubicBezTo>
                  <a:pt x="11990" y="30964"/>
                  <a:pt x="20815" y="52893"/>
                  <a:pt x="37722" y="69800"/>
                </a:cubicBezTo>
                <a:cubicBezTo>
                  <a:pt x="50477" y="82555"/>
                  <a:pt x="66091" y="90711"/>
                  <a:pt x="82592" y="93753"/>
                </a:cubicBezTo>
                <a:cubicBezTo>
                  <a:pt x="100880" y="69151"/>
                  <a:pt x="130228" y="53433"/>
                  <a:pt x="163247" y="53433"/>
                </a:cubicBezTo>
                <a:cubicBezTo>
                  <a:pt x="186137" y="53872"/>
                  <a:pt x="201262" y="50984"/>
                  <a:pt x="211355" y="39116"/>
                </a:cubicBezTo>
                <a:cubicBezTo>
                  <a:pt x="212796" y="37420"/>
                  <a:pt x="214135" y="35542"/>
                  <a:pt x="215380" y="33463"/>
                </a:cubicBezTo>
                <a:lnTo>
                  <a:pt x="215236" y="0"/>
                </a:lnTo>
                <a:lnTo>
                  <a:pt x="223507" y="0"/>
                </a:lnTo>
                <a:cubicBezTo>
                  <a:pt x="219688" y="24354"/>
                  <a:pt x="227777" y="49750"/>
                  <a:pt x="246535" y="68520"/>
                </a:cubicBezTo>
                <a:lnTo>
                  <a:pt x="254763" y="60293"/>
                </a:lnTo>
                <a:cubicBezTo>
                  <a:pt x="254771" y="60299"/>
                  <a:pt x="254778" y="60307"/>
                  <a:pt x="254786" y="60315"/>
                </a:cubicBezTo>
                <a:lnTo>
                  <a:pt x="254808" y="60338"/>
                </a:lnTo>
                <a:lnTo>
                  <a:pt x="246580" y="68565"/>
                </a:lnTo>
                <a:cubicBezTo>
                  <a:pt x="279582" y="101547"/>
                  <a:pt x="333066" y="101547"/>
                  <a:pt x="366068" y="68565"/>
                </a:cubicBezTo>
                <a:lnTo>
                  <a:pt x="357840" y="60338"/>
                </a:lnTo>
                <a:cubicBezTo>
                  <a:pt x="357847" y="60330"/>
                  <a:pt x="357855" y="60322"/>
                  <a:pt x="357862" y="60315"/>
                </a:cubicBezTo>
                <a:lnTo>
                  <a:pt x="357885" y="60293"/>
                </a:lnTo>
                <a:lnTo>
                  <a:pt x="366113" y="68520"/>
                </a:lnTo>
                <a:cubicBezTo>
                  <a:pt x="384872" y="49750"/>
                  <a:pt x="392961" y="24354"/>
                  <a:pt x="389142" y="0"/>
                </a:cubicBezTo>
                <a:lnTo>
                  <a:pt x="397337" y="0"/>
                </a:lnTo>
                <a:cubicBezTo>
                  <a:pt x="401479" y="11094"/>
                  <a:pt x="400548" y="22668"/>
                  <a:pt x="397481" y="33790"/>
                </a:cubicBezTo>
                <a:cubicBezTo>
                  <a:pt x="407439" y="50142"/>
                  <a:pt x="423417" y="53932"/>
                  <a:pt x="449401" y="53433"/>
                </a:cubicBezTo>
                <a:cubicBezTo>
                  <a:pt x="482408" y="53434"/>
                  <a:pt x="511746" y="69140"/>
                  <a:pt x="530035" y="93727"/>
                </a:cubicBezTo>
                <a:cubicBezTo>
                  <a:pt x="546543" y="90718"/>
                  <a:pt x="562165" y="82561"/>
                  <a:pt x="574926" y="69800"/>
                </a:cubicBezTo>
                <a:cubicBezTo>
                  <a:pt x="591833" y="52893"/>
                  <a:pt x="600659" y="30964"/>
                  <a:pt x="601147" y="8808"/>
                </a:cubicBezTo>
                <a:lnTo>
                  <a:pt x="515982" y="8808"/>
                </a:lnTo>
                <a:lnTo>
                  <a:pt x="515981" y="8744"/>
                </a:lnTo>
                <a:lnTo>
                  <a:pt x="601147" y="8744"/>
                </a:lnTo>
                <a:lnTo>
                  <a:pt x="599275" y="0"/>
                </a:lnTo>
                <a:lnTo>
                  <a:pt x="610820" y="0"/>
                </a:lnTo>
                <a:cubicBezTo>
                  <a:pt x="612423" y="2826"/>
                  <a:pt x="612602" y="5800"/>
                  <a:pt x="612648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1" name="Teardrop 3"/>
          <p:cNvSpPr/>
          <p:nvPr/>
        </p:nvSpPr>
        <p:spPr>
          <a:xfrm rot="5400000" flipH="1" flipV="1">
            <a:off x="13875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2" name="Teardrop 3"/>
          <p:cNvSpPr/>
          <p:nvPr/>
        </p:nvSpPr>
        <p:spPr>
          <a:xfrm rot="5400000" flipH="1" flipV="1">
            <a:off x="22300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3" name="Teardrop 3"/>
          <p:cNvSpPr/>
          <p:nvPr/>
        </p:nvSpPr>
        <p:spPr>
          <a:xfrm rot="5400000" flipH="1" flipV="1">
            <a:off x="307261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4" name="Teardrop 3"/>
          <p:cNvSpPr/>
          <p:nvPr/>
        </p:nvSpPr>
        <p:spPr>
          <a:xfrm rot="5400000" flipH="1" flipV="1">
            <a:off x="391515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5" name="Teardrop 3"/>
          <p:cNvSpPr/>
          <p:nvPr/>
        </p:nvSpPr>
        <p:spPr>
          <a:xfrm rot="5400000" flipH="1" flipV="1">
            <a:off x="47576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6" name="Teardrop 3"/>
          <p:cNvSpPr/>
          <p:nvPr/>
        </p:nvSpPr>
        <p:spPr>
          <a:xfrm rot="5400000" flipH="1" flipV="1">
            <a:off x="56002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7" name="Teardrop 3"/>
          <p:cNvSpPr/>
          <p:nvPr/>
        </p:nvSpPr>
        <p:spPr>
          <a:xfrm rot="5400000" flipH="1" flipV="1">
            <a:off x="812785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8" name="Teardrop 3"/>
          <p:cNvSpPr/>
          <p:nvPr/>
        </p:nvSpPr>
        <p:spPr>
          <a:xfrm rot="5400000" flipH="1" flipV="1">
            <a:off x="728531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39" name="Teardrop 3"/>
          <p:cNvSpPr/>
          <p:nvPr/>
        </p:nvSpPr>
        <p:spPr>
          <a:xfrm rot="5400000" flipH="1" flipV="1">
            <a:off x="981293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0" name="Teardrop 3"/>
          <p:cNvSpPr/>
          <p:nvPr/>
        </p:nvSpPr>
        <p:spPr>
          <a:xfrm rot="5400000" flipH="1" flipV="1">
            <a:off x="89703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1" name="Teardrop 3"/>
          <p:cNvSpPr/>
          <p:nvPr/>
        </p:nvSpPr>
        <p:spPr>
          <a:xfrm rot="5400000" flipH="1" flipV="1">
            <a:off x="11498011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2" name="Teardrop 3"/>
          <p:cNvSpPr/>
          <p:nvPr/>
        </p:nvSpPr>
        <p:spPr>
          <a:xfrm rot="5400000" flipH="1" flipV="1">
            <a:off x="1065547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3" name="Teardrop 3"/>
          <p:cNvSpPr/>
          <p:nvPr/>
        </p:nvSpPr>
        <p:spPr>
          <a:xfrm rot="5400000" flipH="1" flipV="1">
            <a:off x="544992" y="3490488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4" name="Oval 843"/>
          <p:cNvSpPr/>
          <p:nvPr/>
        </p:nvSpPr>
        <p:spPr>
          <a:xfrm>
            <a:off x="66645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5" name="Oval 844"/>
          <p:cNvSpPr/>
          <p:nvPr/>
        </p:nvSpPr>
        <p:spPr>
          <a:xfrm>
            <a:off x="7667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6" name="Oval 845"/>
          <p:cNvSpPr/>
          <p:nvPr/>
        </p:nvSpPr>
        <p:spPr>
          <a:xfrm>
            <a:off x="16092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7" name="Oval 846"/>
          <p:cNvSpPr/>
          <p:nvPr/>
        </p:nvSpPr>
        <p:spPr>
          <a:xfrm>
            <a:off x="24518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8" name="Oval 847"/>
          <p:cNvSpPr/>
          <p:nvPr/>
        </p:nvSpPr>
        <p:spPr>
          <a:xfrm>
            <a:off x="329435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49" name="Oval 848"/>
          <p:cNvSpPr/>
          <p:nvPr/>
        </p:nvSpPr>
        <p:spPr>
          <a:xfrm>
            <a:off x="413689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0" name="Oval 849"/>
          <p:cNvSpPr/>
          <p:nvPr/>
        </p:nvSpPr>
        <p:spPr>
          <a:xfrm>
            <a:off x="49794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1" name="Oval 850"/>
          <p:cNvSpPr/>
          <p:nvPr/>
        </p:nvSpPr>
        <p:spPr>
          <a:xfrm>
            <a:off x="58219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2" name="Oval 851"/>
          <p:cNvSpPr/>
          <p:nvPr/>
        </p:nvSpPr>
        <p:spPr>
          <a:xfrm>
            <a:off x="834959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3" name="Oval 852"/>
          <p:cNvSpPr/>
          <p:nvPr/>
        </p:nvSpPr>
        <p:spPr>
          <a:xfrm>
            <a:off x="750705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4" name="Oval 853"/>
          <p:cNvSpPr/>
          <p:nvPr/>
        </p:nvSpPr>
        <p:spPr>
          <a:xfrm>
            <a:off x="1003467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5" name="Oval 854"/>
          <p:cNvSpPr/>
          <p:nvPr/>
        </p:nvSpPr>
        <p:spPr>
          <a:xfrm>
            <a:off x="919213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6" name="Oval 855"/>
          <p:cNvSpPr/>
          <p:nvPr/>
        </p:nvSpPr>
        <p:spPr>
          <a:xfrm>
            <a:off x="11719750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7" name="Oval 856"/>
          <p:cNvSpPr/>
          <p:nvPr/>
        </p:nvSpPr>
        <p:spPr>
          <a:xfrm>
            <a:off x="10877211" y="3712646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8" name="Teardrop 3"/>
          <p:cNvSpPr/>
          <p:nvPr/>
        </p:nvSpPr>
        <p:spPr>
          <a:xfrm rot="5400000" flipH="1" flipV="1">
            <a:off x="60211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9" name="Teardrop 3"/>
          <p:cNvSpPr/>
          <p:nvPr/>
        </p:nvSpPr>
        <p:spPr>
          <a:xfrm rot="5400000" flipH="1" flipV="1">
            <a:off x="9659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0" name="Teardrop 3"/>
          <p:cNvSpPr/>
          <p:nvPr/>
        </p:nvSpPr>
        <p:spPr>
          <a:xfrm rot="5400000" flipH="1" flipV="1">
            <a:off x="18084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1" name="Teardrop 3"/>
          <p:cNvSpPr/>
          <p:nvPr/>
        </p:nvSpPr>
        <p:spPr>
          <a:xfrm rot="5400000" flipH="1" flipV="1">
            <a:off x="265102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2" name="Teardrop 3"/>
          <p:cNvSpPr/>
          <p:nvPr/>
        </p:nvSpPr>
        <p:spPr>
          <a:xfrm rot="5400000" flipH="1" flipV="1">
            <a:off x="349356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3" name="Teardrop 3"/>
          <p:cNvSpPr/>
          <p:nvPr/>
        </p:nvSpPr>
        <p:spPr>
          <a:xfrm rot="5400000" flipH="1" flipV="1">
            <a:off x="43361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4" name="Teardrop 3"/>
          <p:cNvSpPr/>
          <p:nvPr/>
        </p:nvSpPr>
        <p:spPr>
          <a:xfrm rot="5400000" flipH="1" flipV="1">
            <a:off x="51786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5" name="Teardrop 3"/>
          <p:cNvSpPr/>
          <p:nvPr/>
        </p:nvSpPr>
        <p:spPr>
          <a:xfrm rot="5400000" flipH="1" flipV="1">
            <a:off x="770626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6" name="Teardrop 3"/>
          <p:cNvSpPr/>
          <p:nvPr/>
        </p:nvSpPr>
        <p:spPr>
          <a:xfrm rot="5400000" flipH="1" flipV="1">
            <a:off x="686372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7" name="Teardrop 3"/>
          <p:cNvSpPr/>
          <p:nvPr/>
        </p:nvSpPr>
        <p:spPr>
          <a:xfrm rot="5400000" flipH="1" flipV="1">
            <a:off x="939134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8" name="Teardrop 3"/>
          <p:cNvSpPr/>
          <p:nvPr/>
        </p:nvSpPr>
        <p:spPr>
          <a:xfrm rot="5400000" flipH="1" flipV="1">
            <a:off x="85488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69" name="Teardrop 3"/>
          <p:cNvSpPr/>
          <p:nvPr/>
        </p:nvSpPr>
        <p:spPr>
          <a:xfrm rot="5400000" flipH="1" flipV="1">
            <a:off x="11076421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0" name="Teardrop 3"/>
          <p:cNvSpPr/>
          <p:nvPr/>
        </p:nvSpPr>
        <p:spPr>
          <a:xfrm rot="5400000" flipH="1" flipV="1">
            <a:off x="1023388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1" name="Teardrop 3"/>
          <p:cNvSpPr/>
          <p:nvPr/>
        </p:nvSpPr>
        <p:spPr>
          <a:xfrm rot="5400000" flipH="1" flipV="1">
            <a:off x="123402" y="3914584"/>
            <a:ext cx="612648" cy="612648"/>
          </a:xfrm>
          <a:custGeom>
            <a:avLst/>
            <a:gdLst/>
            <a:ahLst/>
            <a:cxnLst/>
            <a:rect l="l" t="t" r="r" b="b"/>
            <a:pathLst>
              <a:path w="3699724" h="3699725">
                <a:moveTo>
                  <a:pt x="1619273" y="1327910"/>
                </a:moveTo>
                <a:cubicBezTo>
                  <a:pt x="1539798" y="1250266"/>
                  <a:pt x="1508187" y="1104450"/>
                  <a:pt x="1510397" y="989239"/>
                </a:cubicBezTo>
                <a:cubicBezTo>
                  <a:pt x="1510398" y="687181"/>
                  <a:pt x="1265529" y="442312"/>
                  <a:pt x="963471" y="442313"/>
                </a:cubicBezTo>
                <a:cubicBezTo>
                  <a:pt x="819078" y="442312"/>
                  <a:pt x="687752" y="498269"/>
                  <a:pt x="591059" y="590790"/>
                </a:cubicBezTo>
                <a:lnTo>
                  <a:pt x="1445896" y="1445628"/>
                </a:lnTo>
                <a:cubicBezTo>
                  <a:pt x="1497333" y="1394206"/>
                  <a:pt x="1556141" y="1354647"/>
                  <a:pt x="1619273" y="1327910"/>
                </a:cubicBezTo>
                <a:close/>
                <a:moveTo>
                  <a:pt x="1327906" y="1619277"/>
                </a:moveTo>
                <a:cubicBezTo>
                  <a:pt x="1354643" y="1556145"/>
                  <a:pt x="1394202" y="1497337"/>
                  <a:pt x="1445624" y="1445900"/>
                </a:cubicBezTo>
                <a:lnTo>
                  <a:pt x="590784" y="591062"/>
                </a:lnTo>
                <a:cubicBezTo>
                  <a:pt x="498263" y="687756"/>
                  <a:pt x="442308" y="819081"/>
                  <a:pt x="442308" y="963474"/>
                </a:cubicBezTo>
                <a:cubicBezTo>
                  <a:pt x="442308" y="1265532"/>
                  <a:pt x="687175" y="1510401"/>
                  <a:pt x="989234" y="1510401"/>
                </a:cubicBezTo>
                <a:cubicBezTo>
                  <a:pt x="1104445" y="1508191"/>
                  <a:pt x="1250262" y="1539802"/>
                  <a:pt x="1327906" y="1619277"/>
                </a:cubicBezTo>
                <a:close/>
                <a:moveTo>
                  <a:pt x="1276350" y="2033081"/>
                </a:moveTo>
                <a:cubicBezTo>
                  <a:pt x="1285057" y="2022843"/>
                  <a:pt x="1293143" y="2011498"/>
                  <a:pt x="1300657" y="1998947"/>
                </a:cubicBezTo>
                <a:cubicBezTo>
                  <a:pt x="1272796" y="1900893"/>
                  <a:pt x="1272313" y="1796942"/>
                  <a:pt x="1299372" y="1698816"/>
                </a:cubicBezTo>
                <a:cubicBezTo>
                  <a:pt x="1239239" y="1600065"/>
                  <a:pt x="1142748" y="1577177"/>
                  <a:pt x="985834" y="1580187"/>
                </a:cubicBezTo>
                <a:cubicBezTo>
                  <a:pt x="786506" y="1580187"/>
                  <a:pt x="609333" y="1485334"/>
                  <a:pt x="498888" y="1336851"/>
                </a:cubicBezTo>
                <a:cubicBezTo>
                  <a:pt x="399199" y="1355025"/>
                  <a:pt x="304862" y="1404283"/>
                  <a:pt x="227800" y="1481345"/>
                </a:cubicBezTo>
                <a:cubicBezTo>
                  <a:pt x="125698" y="1583447"/>
                  <a:pt x="72404" y="1715874"/>
                  <a:pt x="69454" y="1849669"/>
                </a:cubicBezTo>
                <a:lnTo>
                  <a:pt x="583761" y="1849669"/>
                </a:lnTo>
                <a:lnTo>
                  <a:pt x="583765" y="1850056"/>
                </a:lnTo>
                <a:lnTo>
                  <a:pt x="69453" y="1850056"/>
                </a:lnTo>
                <a:cubicBezTo>
                  <a:pt x="72403" y="1983852"/>
                  <a:pt x="125698" y="2116279"/>
                  <a:pt x="227799" y="2218380"/>
                </a:cubicBezTo>
                <a:cubicBezTo>
                  <a:pt x="304828" y="2295410"/>
                  <a:pt x="399119" y="2344659"/>
                  <a:pt x="498762" y="2363033"/>
                </a:cubicBezTo>
                <a:cubicBezTo>
                  <a:pt x="609207" y="2214464"/>
                  <a:pt x="786436" y="2119544"/>
                  <a:pt x="985834" y="2119544"/>
                </a:cubicBezTo>
                <a:cubicBezTo>
                  <a:pt x="1124065" y="2122196"/>
                  <a:pt x="1215404" y="2104750"/>
                  <a:pt x="1276350" y="2033081"/>
                </a:cubicBezTo>
                <a:close/>
                <a:moveTo>
                  <a:pt x="2033078" y="1276353"/>
                </a:moveTo>
                <a:cubicBezTo>
                  <a:pt x="2104746" y="1215407"/>
                  <a:pt x="2122193" y="1124068"/>
                  <a:pt x="2119541" y="985837"/>
                </a:cubicBezTo>
                <a:cubicBezTo>
                  <a:pt x="2119541" y="786437"/>
                  <a:pt x="2214463" y="609207"/>
                  <a:pt x="2363033" y="498763"/>
                </a:cubicBezTo>
                <a:cubicBezTo>
                  <a:pt x="2344659" y="399120"/>
                  <a:pt x="2295410" y="304828"/>
                  <a:pt x="2218380" y="227799"/>
                </a:cubicBezTo>
                <a:cubicBezTo>
                  <a:pt x="2116279" y="125698"/>
                  <a:pt x="1983852" y="72403"/>
                  <a:pt x="1850056" y="69453"/>
                </a:cubicBezTo>
                <a:lnTo>
                  <a:pt x="1850055" y="583765"/>
                </a:lnTo>
                <a:lnTo>
                  <a:pt x="1849669" y="583761"/>
                </a:lnTo>
                <a:lnTo>
                  <a:pt x="1849669" y="69454"/>
                </a:lnTo>
                <a:cubicBezTo>
                  <a:pt x="1715874" y="72405"/>
                  <a:pt x="1583446" y="125699"/>
                  <a:pt x="1481345" y="227800"/>
                </a:cubicBezTo>
                <a:cubicBezTo>
                  <a:pt x="1404281" y="304864"/>
                  <a:pt x="1355022" y="399204"/>
                  <a:pt x="1336849" y="498895"/>
                </a:cubicBezTo>
                <a:cubicBezTo>
                  <a:pt x="1485331" y="609340"/>
                  <a:pt x="1580182" y="786513"/>
                  <a:pt x="1580182" y="985839"/>
                </a:cubicBezTo>
                <a:cubicBezTo>
                  <a:pt x="1577172" y="1142752"/>
                  <a:pt x="1600060" y="1239243"/>
                  <a:pt x="1698811" y="1299376"/>
                </a:cubicBezTo>
                <a:cubicBezTo>
                  <a:pt x="1796937" y="1272317"/>
                  <a:pt x="1900888" y="1272800"/>
                  <a:pt x="1998943" y="1300661"/>
                </a:cubicBezTo>
                <a:cubicBezTo>
                  <a:pt x="2011494" y="1293147"/>
                  <a:pt x="2022839" y="1285060"/>
                  <a:pt x="2033078" y="1276353"/>
                </a:cubicBezTo>
                <a:close/>
                <a:moveTo>
                  <a:pt x="1445628" y="2253827"/>
                </a:moveTo>
                <a:cubicBezTo>
                  <a:pt x="1394179" y="2202371"/>
                  <a:pt x="1354607" y="2143534"/>
                  <a:pt x="1328220" y="2080145"/>
                </a:cubicBezTo>
                <a:cubicBezTo>
                  <a:pt x="1250650" y="2159845"/>
                  <a:pt x="1104599" y="2191543"/>
                  <a:pt x="989234" y="2189330"/>
                </a:cubicBezTo>
                <a:cubicBezTo>
                  <a:pt x="687176" y="2189329"/>
                  <a:pt x="442308" y="2434198"/>
                  <a:pt x="442308" y="2736256"/>
                </a:cubicBezTo>
                <a:cubicBezTo>
                  <a:pt x="442308" y="2880649"/>
                  <a:pt x="498263" y="3011974"/>
                  <a:pt x="590785" y="3108668"/>
                </a:cubicBezTo>
                <a:close/>
                <a:moveTo>
                  <a:pt x="2253823" y="1445631"/>
                </a:moveTo>
                <a:lnTo>
                  <a:pt x="3108665" y="590788"/>
                </a:lnTo>
                <a:cubicBezTo>
                  <a:pt x="3011971" y="498266"/>
                  <a:pt x="2880646" y="442311"/>
                  <a:pt x="2736253" y="442311"/>
                </a:cubicBezTo>
                <a:cubicBezTo>
                  <a:pt x="2434195" y="442311"/>
                  <a:pt x="2189326" y="687179"/>
                  <a:pt x="2189327" y="989237"/>
                </a:cubicBezTo>
                <a:cubicBezTo>
                  <a:pt x="2191540" y="1104602"/>
                  <a:pt x="2159841" y="1250654"/>
                  <a:pt x="2080141" y="1328224"/>
                </a:cubicBezTo>
                <a:cubicBezTo>
                  <a:pt x="2143530" y="1354611"/>
                  <a:pt x="2202368" y="1394182"/>
                  <a:pt x="2253823" y="1445631"/>
                </a:cubicBezTo>
                <a:close/>
                <a:moveTo>
                  <a:pt x="2210921" y="2210652"/>
                </a:moveTo>
                <a:cubicBezTo>
                  <a:pt x="2410093" y="2011361"/>
                  <a:pt x="2410093" y="1688371"/>
                  <a:pt x="2210920" y="1489079"/>
                </a:cubicBezTo>
                <a:lnTo>
                  <a:pt x="2161236" y="1538763"/>
                </a:lnTo>
                <a:lnTo>
                  <a:pt x="2161096" y="1538632"/>
                </a:lnTo>
                <a:cubicBezTo>
                  <a:pt x="2161051" y="1538585"/>
                  <a:pt x="2161005" y="1538541"/>
                  <a:pt x="2160964" y="1538490"/>
                </a:cubicBezTo>
                <a:lnTo>
                  <a:pt x="2210648" y="1488807"/>
                </a:lnTo>
                <a:cubicBezTo>
                  <a:pt x="2011356" y="1289635"/>
                  <a:pt x="1688367" y="1289636"/>
                  <a:pt x="1489076" y="1488807"/>
                </a:cubicBezTo>
                <a:lnTo>
                  <a:pt x="1538760" y="1538491"/>
                </a:lnTo>
                <a:cubicBezTo>
                  <a:pt x="1538719" y="1538541"/>
                  <a:pt x="1538673" y="1538585"/>
                  <a:pt x="1538628" y="1538631"/>
                </a:cubicBezTo>
                <a:cubicBezTo>
                  <a:pt x="1538582" y="1538676"/>
                  <a:pt x="1538537" y="1538722"/>
                  <a:pt x="1538487" y="1538763"/>
                </a:cubicBezTo>
                <a:lnTo>
                  <a:pt x="1488803" y="1489080"/>
                </a:lnTo>
                <a:cubicBezTo>
                  <a:pt x="1289632" y="1688371"/>
                  <a:pt x="1289632" y="2011360"/>
                  <a:pt x="1488803" y="2210652"/>
                </a:cubicBezTo>
                <a:lnTo>
                  <a:pt x="1538488" y="2160967"/>
                </a:lnTo>
                <a:cubicBezTo>
                  <a:pt x="1538538" y="2161008"/>
                  <a:pt x="1538582" y="2161054"/>
                  <a:pt x="1538629" y="2161099"/>
                </a:cubicBezTo>
                <a:lnTo>
                  <a:pt x="1538760" y="2161239"/>
                </a:lnTo>
                <a:lnTo>
                  <a:pt x="1489075" y="2210924"/>
                </a:lnTo>
                <a:cubicBezTo>
                  <a:pt x="1688367" y="2410097"/>
                  <a:pt x="2011356" y="2410097"/>
                  <a:pt x="2210648" y="2210925"/>
                </a:cubicBezTo>
                <a:lnTo>
                  <a:pt x="2160963" y="2161240"/>
                </a:lnTo>
                <a:cubicBezTo>
                  <a:pt x="2161005" y="2161190"/>
                  <a:pt x="2161050" y="2161145"/>
                  <a:pt x="2161095" y="2161099"/>
                </a:cubicBezTo>
                <a:lnTo>
                  <a:pt x="2161236" y="2160967"/>
                </a:lnTo>
                <a:close/>
                <a:moveTo>
                  <a:pt x="1350206" y="3097227"/>
                </a:moveTo>
                <a:cubicBezTo>
                  <a:pt x="1449181" y="2998253"/>
                  <a:pt x="1510398" y="2861521"/>
                  <a:pt x="1510397" y="2710492"/>
                </a:cubicBezTo>
                <a:cubicBezTo>
                  <a:pt x="1508185" y="2595128"/>
                  <a:pt x="1539883" y="2449078"/>
                  <a:pt x="1619582" y="2371508"/>
                </a:cubicBezTo>
                <a:cubicBezTo>
                  <a:pt x="1556193" y="2345120"/>
                  <a:pt x="1497356" y="2305548"/>
                  <a:pt x="1445900" y="2254099"/>
                </a:cubicBezTo>
                <a:lnTo>
                  <a:pt x="591059" y="3108941"/>
                </a:lnTo>
                <a:cubicBezTo>
                  <a:pt x="687753" y="3201462"/>
                  <a:pt x="819078" y="3257418"/>
                  <a:pt x="963471" y="3257418"/>
                </a:cubicBezTo>
                <a:cubicBezTo>
                  <a:pt x="1114500" y="3257418"/>
                  <a:pt x="1251232" y="3196201"/>
                  <a:pt x="1350206" y="3097227"/>
                </a:cubicBezTo>
                <a:close/>
                <a:moveTo>
                  <a:pt x="3097224" y="1350209"/>
                </a:moveTo>
                <a:cubicBezTo>
                  <a:pt x="3196198" y="1251235"/>
                  <a:pt x="3257415" y="1114503"/>
                  <a:pt x="3257415" y="963474"/>
                </a:cubicBezTo>
                <a:cubicBezTo>
                  <a:pt x="3257415" y="819081"/>
                  <a:pt x="3201459" y="687756"/>
                  <a:pt x="3108938" y="591062"/>
                </a:cubicBezTo>
                <a:lnTo>
                  <a:pt x="2254096" y="1445904"/>
                </a:lnTo>
                <a:cubicBezTo>
                  <a:pt x="2305545" y="1497359"/>
                  <a:pt x="2345117" y="1556196"/>
                  <a:pt x="2371504" y="1619586"/>
                </a:cubicBezTo>
                <a:cubicBezTo>
                  <a:pt x="2449074" y="1539886"/>
                  <a:pt x="2595125" y="1508188"/>
                  <a:pt x="2710489" y="1510400"/>
                </a:cubicBezTo>
                <a:cubicBezTo>
                  <a:pt x="2861518" y="1510401"/>
                  <a:pt x="2998250" y="1449184"/>
                  <a:pt x="3097224" y="1350209"/>
                </a:cubicBezTo>
                <a:close/>
                <a:moveTo>
                  <a:pt x="2218380" y="3471925"/>
                </a:moveTo>
                <a:cubicBezTo>
                  <a:pt x="2295441" y="3394863"/>
                  <a:pt x="2344700" y="3300526"/>
                  <a:pt x="2362874" y="3200838"/>
                </a:cubicBezTo>
                <a:cubicBezTo>
                  <a:pt x="2214392" y="3090392"/>
                  <a:pt x="2119540" y="2913220"/>
                  <a:pt x="2119540" y="2713893"/>
                </a:cubicBezTo>
                <a:cubicBezTo>
                  <a:pt x="2122550" y="2556979"/>
                  <a:pt x="2099662" y="2460490"/>
                  <a:pt x="2000913" y="2400356"/>
                </a:cubicBezTo>
                <a:cubicBezTo>
                  <a:pt x="1902786" y="2427415"/>
                  <a:pt x="1798834" y="2426932"/>
                  <a:pt x="1700778" y="2399071"/>
                </a:cubicBezTo>
                <a:cubicBezTo>
                  <a:pt x="1600372" y="2459185"/>
                  <a:pt x="1577152" y="2555917"/>
                  <a:pt x="1580182" y="2713892"/>
                </a:cubicBezTo>
                <a:cubicBezTo>
                  <a:pt x="1580183" y="2883675"/>
                  <a:pt x="1511364" y="3037385"/>
                  <a:pt x="1400099" y="3148650"/>
                </a:cubicBezTo>
                <a:lnTo>
                  <a:pt x="1336693" y="3200965"/>
                </a:lnTo>
                <a:cubicBezTo>
                  <a:pt x="1355067" y="3300607"/>
                  <a:pt x="1404316" y="3394897"/>
                  <a:pt x="1481344" y="3471926"/>
                </a:cubicBezTo>
                <a:cubicBezTo>
                  <a:pt x="1583446" y="3574027"/>
                  <a:pt x="1715873" y="3627322"/>
                  <a:pt x="1849669" y="3630272"/>
                </a:cubicBezTo>
                <a:lnTo>
                  <a:pt x="1849669" y="3115960"/>
                </a:lnTo>
                <a:lnTo>
                  <a:pt x="1850055" y="3115964"/>
                </a:lnTo>
                <a:lnTo>
                  <a:pt x="1850055" y="3630271"/>
                </a:lnTo>
                <a:cubicBezTo>
                  <a:pt x="1983851" y="3627320"/>
                  <a:pt x="2116278" y="3574026"/>
                  <a:pt x="2218380" y="3471925"/>
                </a:cubicBezTo>
                <a:close/>
                <a:moveTo>
                  <a:pt x="3471925" y="2218380"/>
                </a:moveTo>
                <a:cubicBezTo>
                  <a:pt x="3574026" y="2116278"/>
                  <a:pt x="3627320" y="1983851"/>
                  <a:pt x="3630271" y="1850056"/>
                </a:cubicBezTo>
                <a:lnTo>
                  <a:pt x="3115964" y="1850056"/>
                </a:lnTo>
                <a:lnTo>
                  <a:pt x="3115960" y="1849669"/>
                </a:lnTo>
                <a:lnTo>
                  <a:pt x="3630272" y="1849669"/>
                </a:lnTo>
                <a:cubicBezTo>
                  <a:pt x="3627322" y="1715873"/>
                  <a:pt x="3574027" y="1583446"/>
                  <a:pt x="3471926" y="1481345"/>
                </a:cubicBezTo>
                <a:cubicBezTo>
                  <a:pt x="3394897" y="1404316"/>
                  <a:pt x="3300607" y="1355067"/>
                  <a:pt x="3200965" y="1336693"/>
                </a:cubicBezTo>
                <a:cubicBezTo>
                  <a:pt x="3186174" y="1359992"/>
                  <a:pt x="3168056" y="1380693"/>
                  <a:pt x="3148647" y="1400102"/>
                </a:cubicBezTo>
                <a:cubicBezTo>
                  <a:pt x="3037382" y="1511367"/>
                  <a:pt x="2883672" y="1580186"/>
                  <a:pt x="2713889" y="1580185"/>
                </a:cubicBezTo>
                <a:cubicBezTo>
                  <a:pt x="2555913" y="1577155"/>
                  <a:pt x="2459181" y="1600375"/>
                  <a:pt x="2399067" y="1700783"/>
                </a:cubicBezTo>
                <a:cubicBezTo>
                  <a:pt x="2426929" y="1798838"/>
                  <a:pt x="2427411" y="1902791"/>
                  <a:pt x="2400352" y="2000918"/>
                </a:cubicBezTo>
                <a:cubicBezTo>
                  <a:pt x="2460486" y="2099667"/>
                  <a:pt x="2556976" y="2122555"/>
                  <a:pt x="2713888" y="2119545"/>
                </a:cubicBezTo>
                <a:cubicBezTo>
                  <a:pt x="2913213" y="2119545"/>
                  <a:pt x="3090385" y="2214395"/>
                  <a:pt x="3200830" y="2362876"/>
                </a:cubicBezTo>
                <a:cubicBezTo>
                  <a:pt x="3300521" y="2344703"/>
                  <a:pt x="3394861" y="2295444"/>
                  <a:pt x="3471925" y="2218380"/>
                </a:cubicBezTo>
                <a:close/>
                <a:moveTo>
                  <a:pt x="3108937" y="3108668"/>
                </a:moveTo>
                <a:cubicBezTo>
                  <a:pt x="3201458" y="3011974"/>
                  <a:pt x="3257415" y="2880649"/>
                  <a:pt x="3257414" y="2736256"/>
                </a:cubicBezTo>
                <a:cubicBezTo>
                  <a:pt x="3257415" y="2434198"/>
                  <a:pt x="3012546" y="2189329"/>
                  <a:pt x="2710488" y="2189330"/>
                </a:cubicBezTo>
                <a:cubicBezTo>
                  <a:pt x="2595278" y="2191540"/>
                  <a:pt x="2449463" y="2159929"/>
                  <a:pt x="2371818" y="2080456"/>
                </a:cubicBezTo>
                <a:cubicBezTo>
                  <a:pt x="2345082" y="2143588"/>
                  <a:pt x="2305522" y="2202395"/>
                  <a:pt x="2254101" y="2253832"/>
                </a:cubicBezTo>
                <a:close/>
                <a:moveTo>
                  <a:pt x="3108664" y="3108942"/>
                </a:moveTo>
                <a:lnTo>
                  <a:pt x="2253828" y="2254105"/>
                </a:lnTo>
                <a:cubicBezTo>
                  <a:pt x="2202391" y="2305526"/>
                  <a:pt x="2143583" y="2345086"/>
                  <a:pt x="2080451" y="2371822"/>
                </a:cubicBezTo>
                <a:cubicBezTo>
                  <a:pt x="2159925" y="2449467"/>
                  <a:pt x="2191536" y="2595283"/>
                  <a:pt x="2189326" y="2710493"/>
                </a:cubicBezTo>
                <a:cubicBezTo>
                  <a:pt x="2189325" y="3012551"/>
                  <a:pt x="2434195" y="3257419"/>
                  <a:pt x="2736252" y="3257419"/>
                </a:cubicBezTo>
                <a:cubicBezTo>
                  <a:pt x="2880646" y="3257419"/>
                  <a:pt x="3011971" y="3201464"/>
                  <a:pt x="3108664" y="3108942"/>
                </a:cubicBezTo>
                <a:close/>
                <a:moveTo>
                  <a:pt x="3157911" y="3157916"/>
                </a:moveTo>
                <a:cubicBezTo>
                  <a:pt x="3048404" y="3264084"/>
                  <a:pt x="2898943" y="3328734"/>
                  <a:pt x="2734381" y="3328734"/>
                </a:cubicBezTo>
                <a:cubicBezTo>
                  <a:pt x="2622038" y="3328734"/>
                  <a:pt x="2516732" y="3298603"/>
                  <a:pt x="2427424" y="3243706"/>
                </a:cubicBezTo>
                <a:cubicBezTo>
                  <a:pt x="2402826" y="3345640"/>
                  <a:pt x="2349644" y="3441515"/>
                  <a:pt x="2270129" y="3521030"/>
                </a:cubicBezTo>
                <a:cubicBezTo>
                  <a:pt x="2153768" y="3637392"/>
                  <a:pt x="2002368" y="3697364"/>
                  <a:pt x="1849862" y="3699724"/>
                </a:cubicBezTo>
                <a:lnTo>
                  <a:pt x="1849862" y="3699725"/>
                </a:lnTo>
                <a:cubicBezTo>
                  <a:pt x="1697356" y="3697364"/>
                  <a:pt x="1545956" y="3637392"/>
                  <a:pt x="1429594" y="3521030"/>
                </a:cubicBezTo>
                <a:cubicBezTo>
                  <a:pt x="1350121" y="3441556"/>
                  <a:pt x="1296952" y="3345738"/>
                  <a:pt x="1271854" y="3243947"/>
                </a:cubicBezTo>
                <a:cubicBezTo>
                  <a:pt x="1182651" y="3298700"/>
                  <a:pt x="1077504" y="3328733"/>
                  <a:pt x="965342" y="3328733"/>
                </a:cubicBezTo>
                <a:cubicBezTo>
                  <a:pt x="800782" y="3328733"/>
                  <a:pt x="651319" y="3264084"/>
                  <a:pt x="541812" y="3157915"/>
                </a:cubicBezTo>
                <a:lnTo>
                  <a:pt x="541811" y="3157915"/>
                </a:lnTo>
                <a:cubicBezTo>
                  <a:pt x="435643" y="3048408"/>
                  <a:pt x="370993" y="2898946"/>
                  <a:pt x="370994" y="2734385"/>
                </a:cubicBezTo>
                <a:cubicBezTo>
                  <a:pt x="370994" y="2622223"/>
                  <a:pt x="401028" y="2517075"/>
                  <a:pt x="455781" y="2427871"/>
                </a:cubicBezTo>
                <a:cubicBezTo>
                  <a:pt x="353989" y="2402773"/>
                  <a:pt x="258170" y="2349604"/>
                  <a:pt x="178695" y="2270131"/>
                </a:cubicBezTo>
                <a:cubicBezTo>
                  <a:pt x="62332" y="2153769"/>
                  <a:pt x="2361" y="2002368"/>
                  <a:pt x="0" y="1849863"/>
                </a:cubicBezTo>
                <a:lnTo>
                  <a:pt x="1" y="1849862"/>
                </a:lnTo>
                <a:cubicBezTo>
                  <a:pt x="2361" y="1697357"/>
                  <a:pt x="62333" y="1545957"/>
                  <a:pt x="178695" y="1429596"/>
                </a:cubicBezTo>
                <a:cubicBezTo>
                  <a:pt x="258210" y="1350080"/>
                  <a:pt x="354086" y="1296898"/>
                  <a:pt x="456020" y="1272300"/>
                </a:cubicBezTo>
                <a:cubicBezTo>
                  <a:pt x="401124" y="1182994"/>
                  <a:pt x="370993" y="1077688"/>
                  <a:pt x="370993" y="965346"/>
                </a:cubicBezTo>
                <a:cubicBezTo>
                  <a:pt x="370993" y="800784"/>
                  <a:pt x="435643" y="651322"/>
                  <a:pt x="541811" y="541816"/>
                </a:cubicBezTo>
                <a:lnTo>
                  <a:pt x="541812" y="541815"/>
                </a:lnTo>
                <a:cubicBezTo>
                  <a:pt x="651319" y="435646"/>
                  <a:pt x="800781" y="370998"/>
                  <a:pt x="965341" y="370998"/>
                </a:cubicBezTo>
                <a:cubicBezTo>
                  <a:pt x="1077684" y="370998"/>
                  <a:pt x="1182991" y="401129"/>
                  <a:pt x="1272299" y="456026"/>
                </a:cubicBezTo>
                <a:cubicBezTo>
                  <a:pt x="1296896" y="354089"/>
                  <a:pt x="1350079" y="258211"/>
                  <a:pt x="1429596" y="178695"/>
                </a:cubicBezTo>
                <a:cubicBezTo>
                  <a:pt x="1545957" y="62333"/>
                  <a:pt x="1697356" y="2361"/>
                  <a:pt x="1849862" y="1"/>
                </a:cubicBezTo>
                <a:lnTo>
                  <a:pt x="1849863" y="0"/>
                </a:lnTo>
                <a:cubicBezTo>
                  <a:pt x="2002368" y="2361"/>
                  <a:pt x="2153768" y="62333"/>
                  <a:pt x="2270131" y="178695"/>
                </a:cubicBezTo>
                <a:cubicBezTo>
                  <a:pt x="2349605" y="258170"/>
                  <a:pt x="2402774" y="353990"/>
                  <a:pt x="2427871" y="455782"/>
                </a:cubicBezTo>
                <a:cubicBezTo>
                  <a:pt x="2517074" y="401030"/>
                  <a:pt x="2622221" y="370997"/>
                  <a:pt x="2734382" y="370997"/>
                </a:cubicBezTo>
                <a:cubicBezTo>
                  <a:pt x="2898943" y="370996"/>
                  <a:pt x="3048405" y="435646"/>
                  <a:pt x="3157912" y="541814"/>
                </a:cubicBezTo>
                <a:lnTo>
                  <a:pt x="3157912" y="541815"/>
                </a:lnTo>
                <a:cubicBezTo>
                  <a:pt x="3264081" y="651322"/>
                  <a:pt x="3328730" y="800785"/>
                  <a:pt x="3328730" y="965345"/>
                </a:cubicBezTo>
                <a:cubicBezTo>
                  <a:pt x="3328730" y="1077505"/>
                  <a:pt x="3298697" y="1182652"/>
                  <a:pt x="3243945" y="1271854"/>
                </a:cubicBezTo>
                <a:cubicBezTo>
                  <a:pt x="3345737" y="1296952"/>
                  <a:pt x="3441555" y="1350121"/>
                  <a:pt x="3521030" y="1429594"/>
                </a:cubicBezTo>
                <a:cubicBezTo>
                  <a:pt x="3637392" y="1545956"/>
                  <a:pt x="3697363" y="1697357"/>
                  <a:pt x="3699724" y="1849862"/>
                </a:cubicBezTo>
                <a:lnTo>
                  <a:pt x="3699724" y="1849862"/>
                </a:lnTo>
                <a:cubicBezTo>
                  <a:pt x="3697363" y="2002368"/>
                  <a:pt x="3637392" y="2153768"/>
                  <a:pt x="3521030" y="2270129"/>
                </a:cubicBezTo>
                <a:cubicBezTo>
                  <a:pt x="3441513" y="2349646"/>
                  <a:pt x="3345636" y="2402829"/>
                  <a:pt x="3243700" y="2427426"/>
                </a:cubicBezTo>
                <a:cubicBezTo>
                  <a:pt x="3298598" y="2516734"/>
                  <a:pt x="3328729" y="2622042"/>
                  <a:pt x="3328729" y="2734386"/>
                </a:cubicBezTo>
                <a:cubicBezTo>
                  <a:pt x="3328729" y="2898946"/>
                  <a:pt x="3264081" y="3048408"/>
                  <a:pt x="3157911" y="3157915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2" name="Teardrop 3"/>
          <p:cNvSpPr/>
          <p:nvPr/>
        </p:nvSpPr>
        <p:spPr>
          <a:xfrm rot="5400000" flipH="1" flipV="1">
            <a:off x="11760002" y="4069935"/>
            <a:ext cx="595781" cy="268215"/>
          </a:xfrm>
          <a:custGeom>
            <a:avLst/>
            <a:gdLst/>
            <a:ahLst/>
            <a:cxnLst/>
            <a:rect l="l" t="t" r="r" b="b"/>
            <a:pathLst>
              <a:path w="595781" h="268215">
                <a:moveTo>
                  <a:pt x="230951" y="239431"/>
                </a:moveTo>
                <a:lnTo>
                  <a:pt x="89396" y="97876"/>
                </a:lnTo>
                <a:cubicBezTo>
                  <a:pt x="74075" y="113887"/>
                  <a:pt x="64809" y="135634"/>
                  <a:pt x="64809" y="159544"/>
                </a:cubicBezTo>
                <a:cubicBezTo>
                  <a:pt x="64809" y="209563"/>
                  <a:pt x="105358" y="250112"/>
                  <a:pt x="155376" y="250112"/>
                </a:cubicBezTo>
                <a:cubicBezTo>
                  <a:pt x="174455" y="249746"/>
                  <a:pt x="198601" y="254980"/>
                  <a:pt x="211458" y="268141"/>
                </a:cubicBezTo>
                <a:cubicBezTo>
                  <a:pt x="215886" y="257686"/>
                  <a:pt x="222436" y="247948"/>
                  <a:pt x="230951" y="239431"/>
                </a:cubicBezTo>
                <a:close/>
                <a:moveTo>
                  <a:pt x="259706" y="219892"/>
                </a:moveTo>
                <a:cubicBezTo>
                  <a:pt x="246546" y="207035"/>
                  <a:pt x="241311" y="182889"/>
                  <a:pt x="241677" y="163811"/>
                </a:cubicBezTo>
                <a:cubicBezTo>
                  <a:pt x="241677" y="113792"/>
                  <a:pt x="201129" y="73244"/>
                  <a:pt x="151110" y="73244"/>
                </a:cubicBezTo>
                <a:cubicBezTo>
                  <a:pt x="127200" y="73244"/>
                  <a:pt x="105453" y="82510"/>
                  <a:pt x="89441" y="97831"/>
                </a:cubicBezTo>
                <a:lnTo>
                  <a:pt x="230996" y="239386"/>
                </a:lnTo>
                <a:cubicBezTo>
                  <a:pt x="239514" y="230871"/>
                  <a:pt x="249252" y="224320"/>
                  <a:pt x="259706" y="219892"/>
                </a:cubicBezTo>
                <a:close/>
                <a:moveTo>
                  <a:pt x="382868" y="82592"/>
                </a:moveTo>
                <a:cubicBezTo>
                  <a:pt x="379825" y="66091"/>
                  <a:pt x="371670" y="50477"/>
                  <a:pt x="358914" y="37722"/>
                </a:cubicBezTo>
                <a:cubicBezTo>
                  <a:pt x="342007" y="20815"/>
                  <a:pt x="320078" y="11989"/>
                  <a:pt x="297922" y="11501"/>
                </a:cubicBezTo>
                <a:lnTo>
                  <a:pt x="297922" y="96667"/>
                </a:lnTo>
                <a:lnTo>
                  <a:pt x="297858" y="96667"/>
                </a:lnTo>
                <a:lnTo>
                  <a:pt x="297858" y="11501"/>
                </a:lnTo>
                <a:cubicBezTo>
                  <a:pt x="275703" y="11990"/>
                  <a:pt x="253774" y="20815"/>
                  <a:pt x="236866" y="37722"/>
                </a:cubicBezTo>
                <a:cubicBezTo>
                  <a:pt x="224105" y="50483"/>
                  <a:pt x="215948" y="66105"/>
                  <a:pt x="212939" y="82613"/>
                </a:cubicBezTo>
                <a:cubicBezTo>
                  <a:pt x="237527" y="100902"/>
                  <a:pt x="253233" y="130241"/>
                  <a:pt x="253233" y="163248"/>
                </a:cubicBezTo>
                <a:cubicBezTo>
                  <a:pt x="252735" y="189232"/>
                  <a:pt x="256525" y="205210"/>
                  <a:pt x="272877" y="215167"/>
                </a:cubicBezTo>
                <a:cubicBezTo>
                  <a:pt x="289126" y="210687"/>
                  <a:pt x="306340" y="210767"/>
                  <a:pt x="322577" y="215380"/>
                </a:cubicBezTo>
                <a:cubicBezTo>
                  <a:pt x="324655" y="214136"/>
                  <a:pt x="326534" y="212797"/>
                  <a:pt x="328229" y="211355"/>
                </a:cubicBezTo>
                <a:cubicBezTo>
                  <a:pt x="340097" y="201263"/>
                  <a:pt x="342986" y="186138"/>
                  <a:pt x="342547" y="163248"/>
                </a:cubicBezTo>
                <a:cubicBezTo>
                  <a:pt x="342547" y="130228"/>
                  <a:pt x="358265" y="100880"/>
                  <a:pt x="382868" y="82592"/>
                </a:cubicBezTo>
                <a:close/>
                <a:moveTo>
                  <a:pt x="506339" y="97830"/>
                </a:moveTo>
                <a:cubicBezTo>
                  <a:pt x="490327" y="82509"/>
                  <a:pt x="468581" y="73244"/>
                  <a:pt x="444670" y="73244"/>
                </a:cubicBezTo>
                <a:cubicBezTo>
                  <a:pt x="394652" y="73244"/>
                  <a:pt x="354103" y="113792"/>
                  <a:pt x="354103" y="163811"/>
                </a:cubicBezTo>
                <a:cubicBezTo>
                  <a:pt x="354470" y="182914"/>
                  <a:pt x="349220" y="207099"/>
                  <a:pt x="336023" y="219944"/>
                </a:cubicBezTo>
                <a:cubicBezTo>
                  <a:pt x="346519" y="224314"/>
                  <a:pt x="356263" y="230867"/>
                  <a:pt x="364783" y="239386"/>
                </a:cubicBezTo>
                <a:close/>
                <a:moveTo>
                  <a:pt x="530971" y="159544"/>
                </a:moveTo>
                <a:cubicBezTo>
                  <a:pt x="530971" y="135634"/>
                  <a:pt x="521705" y="113887"/>
                  <a:pt x="506384" y="97876"/>
                </a:cubicBezTo>
                <a:lnTo>
                  <a:pt x="364828" y="239431"/>
                </a:lnTo>
                <a:cubicBezTo>
                  <a:pt x="373348" y="247952"/>
                  <a:pt x="379901" y="257695"/>
                  <a:pt x="384270" y="268192"/>
                </a:cubicBezTo>
                <a:cubicBezTo>
                  <a:pt x="397115" y="254994"/>
                  <a:pt x="421300" y="249745"/>
                  <a:pt x="440404" y="250111"/>
                </a:cubicBezTo>
                <a:cubicBezTo>
                  <a:pt x="465413" y="250112"/>
                  <a:pt x="488055" y="239974"/>
                  <a:pt x="504444" y="223585"/>
                </a:cubicBezTo>
                <a:cubicBezTo>
                  <a:pt x="520834" y="207196"/>
                  <a:pt x="530971" y="184554"/>
                  <a:pt x="530971" y="159544"/>
                </a:cubicBezTo>
                <a:close/>
                <a:moveTo>
                  <a:pt x="595781" y="268215"/>
                </a:moveTo>
                <a:lnTo>
                  <a:pt x="581969" y="268215"/>
                </a:lnTo>
                <a:cubicBezTo>
                  <a:pt x="578743" y="259654"/>
                  <a:pt x="573266" y="252074"/>
                  <a:pt x="566492" y="245300"/>
                </a:cubicBezTo>
                <a:cubicBezTo>
                  <a:pt x="553737" y="232545"/>
                  <a:pt x="538123" y="224389"/>
                  <a:pt x="521623" y="221347"/>
                </a:cubicBezTo>
                <a:cubicBezTo>
                  <a:pt x="519174" y="225205"/>
                  <a:pt x="516174" y="228633"/>
                  <a:pt x="512960" y="231847"/>
                </a:cubicBezTo>
                <a:cubicBezTo>
                  <a:pt x="494535" y="250272"/>
                  <a:pt x="469082" y="261667"/>
                  <a:pt x="440967" y="261667"/>
                </a:cubicBezTo>
                <a:cubicBezTo>
                  <a:pt x="425629" y="261373"/>
                  <a:pt x="413777" y="262574"/>
                  <a:pt x="405186" y="268215"/>
                </a:cubicBezTo>
                <a:lnTo>
                  <a:pt x="372038" y="268215"/>
                </a:lnTo>
                <a:cubicBezTo>
                  <a:pt x="369178" y="260078"/>
                  <a:pt x="364042" y="252948"/>
                  <a:pt x="357679" y="246581"/>
                </a:cubicBezTo>
                <a:lnTo>
                  <a:pt x="349451" y="254808"/>
                </a:lnTo>
                <a:lnTo>
                  <a:pt x="349428" y="254786"/>
                </a:lnTo>
                <a:cubicBezTo>
                  <a:pt x="349421" y="254779"/>
                  <a:pt x="349413" y="254771"/>
                  <a:pt x="349406" y="254763"/>
                </a:cubicBezTo>
                <a:lnTo>
                  <a:pt x="357634" y="246536"/>
                </a:lnTo>
                <a:cubicBezTo>
                  <a:pt x="324632" y="213554"/>
                  <a:pt x="271148" y="213554"/>
                  <a:pt x="238147" y="246536"/>
                </a:cubicBezTo>
                <a:lnTo>
                  <a:pt x="246374" y="254763"/>
                </a:lnTo>
                <a:cubicBezTo>
                  <a:pt x="246367" y="254771"/>
                  <a:pt x="246360" y="254779"/>
                  <a:pt x="246352" y="254786"/>
                </a:cubicBezTo>
                <a:cubicBezTo>
                  <a:pt x="246345" y="254794"/>
                  <a:pt x="246337" y="254801"/>
                  <a:pt x="246329" y="254808"/>
                </a:cubicBezTo>
                <a:lnTo>
                  <a:pt x="238101" y="246581"/>
                </a:lnTo>
                <a:lnTo>
                  <a:pt x="223742" y="268215"/>
                </a:lnTo>
                <a:lnTo>
                  <a:pt x="190546" y="268215"/>
                </a:lnTo>
                <a:cubicBezTo>
                  <a:pt x="181970" y="262570"/>
                  <a:pt x="170130" y="261374"/>
                  <a:pt x="154813" y="261668"/>
                </a:cubicBezTo>
                <a:cubicBezTo>
                  <a:pt x="121806" y="261668"/>
                  <a:pt x="92467" y="245961"/>
                  <a:pt x="74179" y="221373"/>
                </a:cubicBezTo>
                <a:cubicBezTo>
                  <a:pt x="57671" y="224382"/>
                  <a:pt x="42049" y="232539"/>
                  <a:pt x="29288" y="245300"/>
                </a:cubicBezTo>
                <a:lnTo>
                  <a:pt x="13811" y="268215"/>
                </a:lnTo>
                <a:lnTo>
                  <a:pt x="0" y="268215"/>
                </a:lnTo>
                <a:cubicBezTo>
                  <a:pt x="4705" y="256723"/>
                  <a:pt x="11839" y="246048"/>
                  <a:pt x="21157" y="236731"/>
                </a:cubicBezTo>
                <a:cubicBezTo>
                  <a:pt x="34324" y="223564"/>
                  <a:pt x="50200" y="214757"/>
                  <a:pt x="67080" y="210684"/>
                </a:cubicBezTo>
                <a:cubicBezTo>
                  <a:pt x="57990" y="195895"/>
                  <a:pt x="53000" y="178457"/>
                  <a:pt x="53000" y="159854"/>
                </a:cubicBezTo>
                <a:cubicBezTo>
                  <a:pt x="53000" y="132604"/>
                  <a:pt x="63706" y="107854"/>
                  <a:pt x="81286" y="89721"/>
                </a:cubicBezTo>
                <a:cubicBezTo>
                  <a:pt x="99420" y="72140"/>
                  <a:pt x="124170" y="61435"/>
                  <a:pt x="151420" y="61435"/>
                </a:cubicBezTo>
                <a:cubicBezTo>
                  <a:pt x="170023" y="61435"/>
                  <a:pt x="187461" y="66424"/>
                  <a:pt x="202250" y="75515"/>
                </a:cubicBezTo>
                <a:cubicBezTo>
                  <a:pt x="206323" y="58635"/>
                  <a:pt x="215130" y="42758"/>
                  <a:pt x="228297" y="29591"/>
                </a:cubicBezTo>
                <a:cubicBezTo>
                  <a:pt x="247566" y="10322"/>
                  <a:pt x="272636" y="391"/>
                  <a:pt x="297890" y="0"/>
                </a:cubicBezTo>
                <a:cubicBezTo>
                  <a:pt x="323144" y="391"/>
                  <a:pt x="348215" y="10322"/>
                  <a:pt x="367484" y="29591"/>
                </a:cubicBezTo>
                <a:cubicBezTo>
                  <a:pt x="380644" y="42751"/>
                  <a:pt x="389448" y="58618"/>
                  <a:pt x="393604" y="75474"/>
                </a:cubicBezTo>
                <a:cubicBezTo>
                  <a:pt x="408376" y="66408"/>
                  <a:pt x="425787" y="61434"/>
                  <a:pt x="444360" y="61434"/>
                </a:cubicBezTo>
                <a:cubicBezTo>
                  <a:pt x="471611" y="61434"/>
                  <a:pt x="496360" y="72140"/>
                  <a:pt x="514494" y="89721"/>
                </a:cubicBezTo>
                <a:cubicBezTo>
                  <a:pt x="532075" y="107854"/>
                  <a:pt x="542780" y="132604"/>
                  <a:pt x="542780" y="159854"/>
                </a:cubicBezTo>
                <a:cubicBezTo>
                  <a:pt x="542780" y="178427"/>
                  <a:pt x="537807" y="195839"/>
                  <a:pt x="528740" y="210610"/>
                </a:cubicBezTo>
                <a:cubicBezTo>
                  <a:pt x="545596" y="214766"/>
                  <a:pt x="561463" y="223570"/>
                  <a:pt x="574624" y="236731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3" name="Oval 872"/>
          <p:cNvSpPr/>
          <p:nvPr/>
        </p:nvSpPr>
        <p:spPr>
          <a:xfrm>
            <a:off x="70866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4" name="Oval 873"/>
          <p:cNvSpPr/>
          <p:nvPr/>
        </p:nvSpPr>
        <p:spPr>
          <a:xfrm>
            <a:off x="3463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5" name="Oval 874"/>
          <p:cNvSpPr/>
          <p:nvPr/>
        </p:nvSpPr>
        <p:spPr>
          <a:xfrm>
            <a:off x="11888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6" name="Oval 875"/>
          <p:cNvSpPr/>
          <p:nvPr/>
        </p:nvSpPr>
        <p:spPr>
          <a:xfrm>
            <a:off x="20314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7" name="Oval 876"/>
          <p:cNvSpPr/>
          <p:nvPr/>
        </p:nvSpPr>
        <p:spPr>
          <a:xfrm>
            <a:off x="28739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8" name="Oval 877"/>
          <p:cNvSpPr/>
          <p:nvPr/>
        </p:nvSpPr>
        <p:spPr>
          <a:xfrm>
            <a:off x="371649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79" name="Oval 878"/>
          <p:cNvSpPr/>
          <p:nvPr/>
        </p:nvSpPr>
        <p:spPr>
          <a:xfrm>
            <a:off x="45590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0" name="Oval 879"/>
          <p:cNvSpPr/>
          <p:nvPr/>
        </p:nvSpPr>
        <p:spPr>
          <a:xfrm>
            <a:off x="54015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1" name="Oval 880"/>
          <p:cNvSpPr/>
          <p:nvPr/>
        </p:nvSpPr>
        <p:spPr>
          <a:xfrm>
            <a:off x="62441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2" name="Oval 881"/>
          <p:cNvSpPr/>
          <p:nvPr/>
        </p:nvSpPr>
        <p:spPr>
          <a:xfrm>
            <a:off x="877173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3" name="Oval 882"/>
          <p:cNvSpPr/>
          <p:nvPr/>
        </p:nvSpPr>
        <p:spPr>
          <a:xfrm>
            <a:off x="792919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4" name="Oval 883"/>
          <p:cNvSpPr/>
          <p:nvPr/>
        </p:nvSpPr>
        <p:spPr>
          <a:xfrm>
            <a:off x="1045681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5" name="Oval 884"/>
          <p:cNvSpPr/>
          <p:nvPr/>
        </p:nvSpPr>
        <p:spPr>
          <a:xfrm>
            <a:off x="961427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6" name="Oval 885"/>
          <p:cNvSpPr/>
          <p:nvPr/>
        </p:nvSpPr>
        <p:spPr>
          <a:xfrm>
            <a:off x="11299353" y="4135371"/>
            <a:ext cx="169751" cy="1697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7" name="Teardrop 3"/>
          <p:cNvSpPr/>
          <p:nvPr/>
        </p:nvSpPr>
        <p:spPr>
          <a:xfrm rot="5400000" flipH="1" flipV="1">
            <a:off x="663614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8" name="Teardrop 3"/>
          <p:cNvSpPr/>
          <p:nvPr/>
        </p:nvSpPr>
        <p:spPr>
          <a:xfrm rot="5400000" flipH="1" flipV="1">
            <a:off x="22905" y="4316257"/>
            <a:ext cx="232840" cy="278649"/>
          </a:xfrm>
          <a:custGeom>
            <a:avLst/>
            <a:gdLst/>
            <a:ahLst/>
            <a:cxnLst/>
            <a:rect l="l" t="t" r="r" b="b"/>
            <a:pathLst>
              <a:path w="232840" h="278649">
                <a:moveTo>
                  <a:pt x="232840" y="8776"/>
                </a:moveTo>
                <a:cubicBezTo>
                  <a:pt x="232449" y="34030"/>
                  <a:pt x="222519" y="59101"/>
                  <a:pt x="203250" y="78369"/>
                </a:cubicBezTo>
                <a:cubicBezTo>
                  <a:pt x="190082" y="91537"/>
                  <a:pt x="174206" y="100343"/>
                  <a:pt x="157326" y="104416"/>
                </a:cubicBezTo>
                <a:cubicBezTo>
                  <a:pt x="166417" y="119205"/>
                  <a:pt x="171406" y="136643"/>
                  <a:pt x="171406" y="155247"/>
                </a:cubicBezTo>
                <a:cubicBezTo>
                  <a:pt x="171406" y="182497"/>
                  <a:pt x="160701" y="207247"/>
                  <a:pt x="143120" y="225380"/>
                </a:cubicBezTo>
                <a:cubicBezTo>
                  <a:pt x="124986" y="242961"/>
                  <a:pt x="100237" y="253667"/>
                  <a:pt x="72986" y="253667"/>
                </a:cubicBezTo>
                <a:cubicBezTo>
                  <a:pt x="54383" y="253667"/>
                  <a:pt x="36945" y="248677"/>
                  <a:pt x="22156" y="239586"/>
                </a:cubicBezTo>
                <a:lnTo>
                  <a:pt x="0" y="278649"/>
                </a:lnTo>
                <a:lnTo>
                  <a:pt x="0" y="260595"/>
                </a:lnTo>
                <a:cubicBezTo>
                  <a:pt x="5973" y="252057"/>
                  <a:pt x="9654" y="242433"/>
                  <a:pt x="11467" y="232488"/>
                </a:cubicBezTo>
                <a:lnTo>
                  <a:pt x="0" y="218900"/>
                </a:lnTo>
                <a:lnTo>
                  <a:pt x="0" y="201603"/>
                </a:lnTo>
                <a:cubicBezTo>
                  <a:pt x="14950" y="226291"/>
                  <a:pt x="42305" y="241857"/>
                  <a:pt x="73296" y="241857"/>
                </a:cubicBezTo>
                <a:cubicBezTo>
                  <a:pt x="97207" y="241857"/>
                  <a:pt x="118953" y="232592"/>
                  <a:pt x="134965" y="217271"/>
                </a:cubicBezTo>
                <a:lnTo>
                  <a:pt x="0" y="82306"/>
                </a:lnTo>
                <a:lnTo>
                  <a:pt x="0" y="82216"/>
                </a:lnTo>
                <a:lnTo>
                  <a:pt x="135010" y="217225"/>
                </a:lnTo>
                <a:cubicBezTo>
                  <a:pt x="150331" y="201213"/>
                  <a:pt x="159597" y="179467"/>
                  <a:pt x="159597" y="155556"/>
                </a:cubicBezTo>
                <a:cubicBezTo>
                  <a:pt x="159597" y="105538"/>
                  <a:pt x="119048" y="64989"/>
                  <a:pt x="69030" y="64989"/>
                </a:cubicBezTo>
                <a:cubicBezTo>
                  <a:pt x="49952" y="65355"/>
                  <a:pt x="25806" y="60121"/>
                  <a:pt x="12948" y="46961"/>
                </a:cubicBezTo>
                <a:lnTo>
                  <a:pt x="0" y="66032"/>
                </a:lnTo>
                <a:lnTo>
                  <a:pt x="0" y="46474"/>
                </a:lnTo>
                <a:cubicBezTo>
                  <a:pt x="9193" y="32573"/>
                  <a:pt x="11853" y="16060"/>
                  <a:pt x="9334" y="0"/>
                </a:cubicBezTo>
                <a:lnTo>
                  <a:pt x="17529" y="0"/>
                </a:lnTo>
                <a:cubicBezTo>
                  <a:pt x="21671" y="11094"/>
                  <a:pt x="20740" y="22668"/>
                  <a:pt x="17673" y="33790"/>
                </a:cubicBezTo>
                <a:cubicBezTo>
                  <a:pt x="27631" y="50142"/>
                  <a:pt x="43609" y="53932"/>
                  <a:pt x="69593" y="53433"/>
                </a:cubicBezTo>
                <a:cubicBezTo>
                  <a:pt x="102600" y="53434"/>
                  <a:pt x="131938" y="69140"/>
                  <a:pt x="150227" y="93727"/>
                </a:cubicBezTo>
                <a:cubicBezTo>
                  <a:pt x="166735" y="90718"/>
                  <a:pt x="182357" y="82561"/>
                  <a:pt x="195118" y="69800"/>
                </a:cubicBezTo>
                <a:cubicBezTo>
                  <a:pt x="212026" y="52893"/>
                  <a:pt x="220851" y="30964"/>
                  <a:pt x="221339" y="8808"/>
                </a:cubicBezTo>
                <a:lnTo>
                  <a:pt x="136174" y="8808"/>
                </a:lnTo>
                <a:lnTo>
                  <a:pt x="136173" y="8744"/>
                </a:lnTo>
                <a:lnTo>
                  <a:pt x="221340" y="8744"/>
                </a:lnTo>
                <a:lnTo>
                  <a:pt x="219467" y="0"/>
                </a:lnTo>
                <a:lnTo>
                  <a:pt x="231012" y="0"/>
                </a:lnTo>
                <a:cubicBezTo>
                  <a:pt x="232616" y="2826"/>
                  <a:pt x="232794" y="5800"/>
                  <a:pt x="232840" y="8776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89" name="Teardrop 3"/>
          <p:cNvSpPr/>
          <p:nvPr/>
        </p:nvSpPr>
        <p:spPr>
          <a:xfrm rot="5400000" flipH="1" flipV="1">
            <a:off x="158090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3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5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0" name="Teardrop 3"/>
          <p:cNvSpPr/>
          <p:nvPr/>
        </p:nvSpPr>
        <p:spPr>
          <a:xfrm rot="5400000" flipH="1" flipV="1">
            <a:off x="242344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1" name="Teardrop 3"/>
          <p:cNvSpPr/>
          <p:nvPr/>
        </p:nvSpPr>
        <p:spPr>
          <a:xfrm rot="5400000" flipH="1" flipV="1">
            <a:off x="326598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2" name="Teardrop 3"/>
          <p:cNvSpPr/>
          <p:nvPr/>
        </p:nvSpPr>
        <p:spPr>
          <a:xfrm rot="5400000" flipH="1" flipV="1">
            <a:off x="410852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6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3" name="Teardrop 3"/>
          <p:cNvSpPr/>
          <p:nvPr/>
        </p:nvSpPr>
        <p:spPr>
          <a:xfrm rot="5400000" flipH="1" flipV="1">
            <a:off x="495106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4" name="Teardrop 3"/>
          <p:cNvSpPr/>
          <p:nvPr/>
        </p:nvSpPr>
        <p:spPr>
          <a:xfrm rot="5400000" flipH="1" flipV="1">
            <a:off x="579360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7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5" name="Teardrop 3"/>
          <p:cNvSpPr/>
          <p:nvPr/>
        </p:nvSpPr>
        <p:spPr>
          <a:xfrm rot="5400000" flipH="1" flipV="1">
            <a:off x="832122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6" name="Teardrop 3"/>
          <p:cNvSpPr/>
          <p:nvPr/>
        </p:nvSpPr>
        <p:spPr>
          <a:xfrm rot="5400000" flipH="1" flipV="1">
            <a:off x="7478682" y="4185695"/>
            <a:ext cx="232840" cy="539773"/>
          </a:xfrm>
          <a:custGeom>
            <a:avLst/>
            <a:gdLst/>
            <a:ahLst/>
            <a:cxnLst/>
            <a:rect l="l" t="t" r="r" b="b"/>
            <a:pathLst>
              <a:path w="232840" h="539773">
                <a:moveTo>
                  <a:pt x="221340" y="269867"/>
                </a:moveTo>
                <a:cubicBezTo>
                  <a:pt x="220851" y="247712"/>
                  <a:pt x="212026" y="225783"/>
                  <a:pt x="195119" y="208875"/>
                </a:cubicBezTo>
                <a:cubicBezTo>
                  <a:pt x="182363" y="196120"/>
                  <a:pt x="166749" y="187965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3"/>
                </a:cubicBezTo>
                <a:cubicBezTo>
                  <a:pt x="43433" y="224741"/>
                  <a:pt x="27415" y="228586"/>
                  <a:pt x="17461" y="245213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1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7"/>
                  <a:pt x="157326" y="365540"/>
                </a:cubicBezTo>
                <a:cubicBezTo>
                  <a:pt x="166417" y="380328"/>
                  <a:pt x="171406" y="397767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4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3"/>
                </a:lnTo>
                <a:lnTo>
                  <a:pt x="0" y="521718"/>
                </a:lnTo>
                <a:cubicBezTo>
                  <a:pt x="5973" y="513180"/>
                  <a:pt x="9654" y="503556"/>
                  <a:pt x="11467" y="493611"/>
                </a:cubicBezTo>
                <a:lnTo>
                  <a:pt x="0" y="480024"/>
                </a:lnTo>
                <a:lnTo>
                  <a:pt x="0" y="462726"/>
                </a:lnTo>
                <a:cubicBezTo>
                  <a:pt x="14950" y="487415"/>
                  <a:pt x="42305" y="502981"/>
                  <a:pt x="73296" y="502981"/>
                </a:cubicBezTo>
                <a:cubicBezTo>
                  <a:pt x="97207" y="502981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9"/>
                </a:lnTo>
                <a:lnTo>
                  <a:pt x="135010" y="478348"/>
                </a:lnTo>
                <a:cubicBezTo>
                  <a:pt x="150331" y="462337"/>
                  <a:pt x="159597" y="440590"/>
                  <a:pt x="159597" y="416680"/>
                </a:cubicBezTo>
                <a:cubicBezTo>
                  <a:pt x="159597" y="366661"/>
                  <a:pt x="119048" y="326112"/>
                  <a:pt x="69030" y="326113"/>
                </a:cubicBezTo>
                <a:cubicBezTo>
                  <a:pt x="49952" y="326479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3"/>
                  <a:pt x="0" y="230790"/>
                </a:cubicBezTo>
                <a:lnTo>
                  <a:pt x="0" y="212690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7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20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6"/>
                </a:lnTo>
                <a:cubicBezTo>
                  <a:pt x="118953" y="46085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10"/>
                  <a:pt x="72986" y="25010"/>
                </a:cubicBezTo>
                <a:cubicBezTo>
                  <a:pt x="100237" y="25010"/>
                  <a:pt x="124986" y="35715"/>
                  <a:pt x="143120" y="53296"/>
                </a:cubicBezTo>
                <a:cubicBezTo>
                  <a:pt x="160701" y="71430"/>
                  <a:pt x="171406" y="96180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6"/>
                  <a:pt x="203250" y="200306"/>
                </a:cubicBezTo>
                <a:cubicBezTo>
                  <a:pt x="222519" y="219575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7" name="Teardrop 3"/>
          <p:cNvSpPr/>
          <p:nvPr/>
        </p:nvSpPr>
        <p:spPr>
          <a:xfrm rot="5400000" flipH="1" flipV="1">
            <a:off x="1000630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8" name="Teardrop 3"/>
          <p:cNvSpPr/>
          <p:nvPr/>
        </p:nvSpPr>
        <p:spPr>
          <a:xfrm rot="5400000" flipH="1" flipV="1">
            <a:off x="916376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7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6"/>
                  <a:pt x="5972" y="26608"/>
                  <a:pt x="0" y="18073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99" name="Teardrop 3"/>
          <p:cNvSpPr/>
          <p:nvPr/>
        </p:nvSpPr>
        <p:spPr>
          <a:xfrm rot="5400000" flipH="1" flipV="1">
            <a:off x="11691380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00" name="Teardrop 3"/>
          <p:cNvSpPr/>
          <p:nvPr/>
        </p:nvSpPr>
        <p:spPr>
          <a:xfrm rot="5400000" flipH="1" flipV="1">
            <a:off x="10848841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2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6"/>
                </a:cubicBezTo>
                <a:cubicBezTo>
                  <a:pt x="102600" y="314556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5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09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9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49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2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80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6"/>
                  <a:pt x="5972" y="26608"/>
                  <a:pt x="0" y="18073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01" name="Teardrop 3"/>
          <p:cNvSpPr/>
          <p:nvPr/>
        </p:nvSpPr>
        <p:spPr>
          <a:xfrm rot="5400000" flipH="1" flipV="1">
            <a:off x="733383" y="4185695"/>
            <a:ext cx="232840" cy="539772"/>
          </a:xfrm>
          <a:custGeom>
            <a:avLst/>
            <a:gdLst/>
            <a:ahLst/>
            <a:cxnLst/>
            <a:rect l="l" t="t" r="r" b="b"/>
            <a:pathLst>
              <a:path w="232840" h="539772">
                <a:moveTo>
                  <a:pt x="221340" y="269867"/>
                </a:moveTo>
                <a:cubicBezTo>
                  <a:pt x="220851" y="247711"/>
                  <a:pt x="212026" y="225782"/>
                  <a:pt x="195119" y="208875"/>
                </a:cubicBezTo>
                <a:cubicBezTo>
                  <a:pt x="182363" y="196120"/>
                  <a:pt x="166749" y="187964"/>
                  <a:pt x="150249" y="184922"/>
                </a:cubicBezTo>
                <a:cubicBezTo>
                  <a:pt x="147800" y="188780"/>
                  <a:pt x="144800" y="192208"/>
                  <a:pt x="141586" y="195422"/>
                </a:cubicBezTo>
                <a:cubicBezTo>
                  <a:pt x="123161" y="213847"/>
                  <a:pt x="97708" y="225243"/>
                  <a:pt x="69593" y="225242"/>
                </a:cubicBezTo>
                <a:cubicBezTo>
                  <a:pt x="43433" y="224741"/>
                  <a:pt x="27415" y="228586"/>
                  <a:pt x="17461" y="245212"/>
                </a:cubicBezTo>
                <a:cubicBezTo>
                  <a:pt x="22074" y="261450"/>
                  <a:pt x="22154" y="278664"/>
                  <a:pt x="17673" y="294913"/>
                </a:cubicBezTo>
                <a:cubicBezTo>
                  <a:pt x="27631" y="311265"/>
                  <a:pt x="43609" y="315055"/>
                  <a:pt x="69593" y="314557"/>
                </a:cubicBezTo>
                <a:cubicBezTo>
                  <a:pt x="102600" y="314557"/>
                  <a:pt x="131938" y="330263"/>
                  <a:pt x="150227" y="354850"/>
                </a:cubicBezTo>
                <a:cubicBezTo>
                  <a:pt x="166735" y="351841"/>
                  <a:pt x="182357" y="343684"/>
                  <a:pt x="195118" y="330923"/>
                </a:cubicBezTo>
                <a:cubicBezTo>
                  <a:pt x="212026" y="314016"/>
                  <a:pt x="220851" y="292087"/>
                  <a:pt x="221339" y="269931"/>
                </a:cubicBezTo>
                <a:lnTo>
                  <a:pt x="136174" y="269931"/>
                </a:lnTo>
                <a:lnTo>
                  <a:pt x="136173" y="269867"/>
                </a:lnTo>
                <a:close/>
                <a:moveTo>
                  <a:pt x="232840" y="269899"/>
                </a:moveTo>
                <a:cubicBezTo>
                  <a:pt x="232449" y="295153"/>
                  <a:pt x="222519" y="320224"/>
                  <a:pt x="203250" y="339492"/>
                </a:cubicBezTo>
                <a:cubicBezTo>
                  <a:pt x="190082" y="352660"/>
                  <a:pt x="174206" y="361466"/>
                  <a:pt x="157326" y="365539"/>
                </a:cubicBezTo>
                <a:cubicBezTo>
                  <a:pt x="166417" y="380328"/>
                  <a:pt x="171406" y="397766"/>
                  <a:pt x="171406" y="416370"/>
                </a:cubicBezTo>
                <a:cubicBezTo>
                  <a:pt x="171406" y="443620"/>
                  <a:pt x="160701" y="468370"/>
                  <a:pt x="143120" y="486503"/>
                </a:cubicBezTo>
                <a:lnTo>
                  <a:pt x="143120" y="486503"/>
                </a:lnTo>
                <a:cubicBezTo>
                  <a:pt x="124986" y="504084"/>
                  <a:pt x="100237" y="514790"/>
                  <a:pt x="72986" y="514790"/>
                </a:cubicBezTo>
                <a:cubicBezTo>
                  <a:pt x="54383" y="514790"/>
                  <a:pt x="36945" y="509800"/>
                  <a:pt x="22156" y="500710"/>
                </a:cubicBezTo>
                <a:lnTo>
                  <a:pt x="0" y="539772"/>
                </a:lnTo>
                <a:lnTo>
                  <a:pt x="0" y="521718"/>
                </a:lnTo>
                <a:cubicBezTo>
                  <a:pt x="5973" y="513179"/>
                  <a:pt x="9654" y="503556"/>
                  <a:pt x="11467" y="493611"/>
                </a:cubicBezTo>
                <a:lnTo>
                  <a:pt x="0" y="480023"/>
                </a:lnTo>
                <a:lnTo>
                  <a:pt x="0" y="462726"/>
                </a:lnTo>
                <a:cubicBezTo>
                  <a:pt x="14950" y="487414"/>
                  <a:pt x="42305" y="502980"/>
                  <a:pt x="73296" y="502980"/>
                </a:cubicBezTo>
                <a:cubicBezTo>
                  <a:pt x="97207" y="502980"/>
                  <a:pt x="118953" y="493715"/>
                  <a:pt x="134965" y="478394"/>
                </a:cubicBezTo>
                <a:lnTo>
                  <a:pt x="0" y="343428"/>
                </a:lnTo>
                <a:lnTo>
                  <a:pt x="0" y="343338"/>
                </a:lnTo>
                <a:lnTo>
                  <a:pt x="135010" y="478348"/>
                </a:lnTo>
                <a:cubicBezTo>
                  <a:pt x="150331" y="462336"/>
                  <a:pt x="159597" y="440590"/>
                  <a:pt x="159597" y="416679"/>
                </a:cubicBezTo>
                <a:cubicBezTo>
                  <a:pt x="159597" y="366661"/>
                  <a:pt x="119048" y="326112"/>
                  <a:pt x="69030" y="326112"/>
                </a:cubicBezTo>
                <a:cubicBezTo>
                  <a:pt x="49952" y="326478"/>
                  <a:pt x="25806" y="321244"/>
                  <a:pt x="12948" y="308084"/>
                </a:cubicBezTo>
                <a:lnTo>
                  <a:pt x="0" y="327154"/>
                </a:lnTo>
                <a:lnTo>
                  <a:pt x="0" y="309010"/>
                </a:lnTo>
                <a:cubicBezTo>
                  <a:pt x="14338" y="284867"/>
                  <a:pt x="14338" y="254932"/>
                  <a:pt x="0" y="230790"/>
                </a:cubicBezTo>
                <a:lnTo>
                  <a:pt x="0" y="212689"/>
                </a:lnTo>
                <a:cubicBezTo>
                  <a:pt x="6036" y="217996"/>
                  <a:pt x="9959" y="224711"/>
                  <a:pt x="12896" y="231767"/>
                </a:cubicBezTo>
                <a:cubicBezTo>
                  <a:pt x="25742" y="218569"/>
                  <a:pt x="49927" y="213320"/>
                  <a:pt x="69030" y="213686"/>
                </a:cubicBezTo>
                <a:cubicBezTo>
                  <a:pt x="94039" y="213687"/>
                  <a:pt x="116681" y="203550"/>
                  <a:pt x="133071" y="187160"/>
                </a:cubicBezTo>
                <a:cubicBezTo>
                  <a:pt x="149460" y="170771"/>
                  <a:pt x="159597" y="148129"/>
                  <a:pt x="159597" y="123119"/>
                </a:cubicBezTo>
                <a:cubicBezTo>
                  <a:pt x="159597" y="99209"/>
                  <a:pt x="150331" y="77463"/>
                  <a:pt x="135010" y="61451"/>
                </a:cubicBezTo>
                <a:lnTo>
                  <a:pt x="0" y="196461"/>
                </a:lnTo>
                <a:lnTo>
                  <a:pt x="0" y="196370"/>
                </a:lnTo>
                <a:lnTo>
                  <a:pt x="134965" y="61405"/>
                </a:lnTo>
                <a:cubicBezTo>
                  <a:pt x="118953" y="46084"/>
                  <a:pt x="97207" y="36819"/>
                  <a:pt x="73296" y="36819"/>
                </a:cubicBezTo>
                <a:cubicBezTo>
                  <a:pt x="42305" y="36819"/>
                  <a:pt x="14950" y="52385"/>
                  <a:pt x="0" y="77073"/>
                </a:cubicBezTo>
                <a:lnTo>
                  <a:pt x="0" y="59779"/>
                </a:lnTo>
                <a:cubicBezTo>
                  <a:pt x="2240" y="53717"/>
                  <a:pt x="6698" y="49732"/>
                  <a:pt x="11494" y="46167"/>
                </a:cubicBezTo>
                <a:cubicBezTo>
                  <a:pt x="9661" y="36227"/>
                  <a:pt x="5972" y="26608"/>
                  <a:pt x="0" y="18074"/>
                </a:cubicBezTo>
                <a:lnTo>
                  <a:pt x="0" y="0"/>
                </a:lnTo>
                <a:cubicBezTo>
                  <a:pt x="11637" y="10773"/>
                  <a:pt x="18655" y="24545"/>
                  <a:pt x="22230" y="39049"/>
                </a:cubicBezTo>
                <a:cubicBezTo>
                  <a:pt x="37002" y="29983"/>
                  <a:pt x="54413" y="25009"/>
                  <a:pt x="72986" y="25009"/>
                </a:cubicBezTo>
                <a:cubicBezTo>
                  <a:pt x="100237" y="25009"/>
                  <a:pt x="124986" y="35715"/>
                  <a:pt x="143120" y="53296"/>
                </a:cubicBezTo>
                <a:lnTo>
                  <a:pt x="143120" y="53296"/>
                </a:lnTo>
                <a:cubicBezTo>
                  <a:pt x="160701" y="71429"/>
                  <a:pt x="171406" y="96179"/>
                  <a:pt x="171406" y="123429"/>
                </a:cubicBezTo>
                <a:cubicBezTo>
                  <a:pt x="171406" y="142002"/>
                  <a:pt x="166433" y="159414"/>
                  <a:pt x="157367" y="174185"/>
                </a:cubicBezTo>
                <a:cubicBezTo>
                  <a:pt x="174223" y="178341"/>
                  <a:pt x="190089" y="187145"/>
                  <a:pt x="203250" y="200306"/>
                </a:cubicBezTo>
                <a:cubicBezTo>
                  <a:pt x="222519" y="219574"/>
                  <a:pt x="232449" y="244645"/>
                  <a:pt x="232840" y="269899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02" name="Oval 1651"/>
          <p:cNvSpPr/>
          <p:nvPr/>
        </p:nvSpPr>
        <p:spPr>
          <a:xfrm>
            <a:off x="812619" y="4561319"/>
            <a:ext cx="11030995" cy="10682"/>
          </a:xfrm>
          <a:custGeom>
            <a:avLst/>
            <a:gdLst/>
            <a:ahLst/>
            <a:cxnLst/>
            <a:rect l="l" t="t" r="r" b="b"/>
            <a:pathLst>
              <a:path w="11030995" h="10682">
                <a:moveTo>
                  <a:pt x="10992007" y="0"/>
                </a:moveTo>
                <a:cubicBezTo>
                  <a:pt x="11006265" y="0"/>
                  <a:pt x="11019702" y="3516"/>
                  <a:pt x="11030995" y="10682"/>
                </a:cubicBezTo>
                <a:lnTo>
                  <a:pt x="10953019" y="10682"/>
                </a:lnTo>
                <a:cubicBezTo>
                  <a:pt x="10964312" y="3516"/>
                  <a:pt x="10977749" y="0"/>
                  <a:pt x="10992007" y="0"/>
                </a:cubicBezTo>
                <a:close/>
                <a:moveTo>
                  <a:pt x="10149468" y="0"/>
                </a:moveTo>
                <a:cubicBezTo>
                  <a:pt x="10163726" y="0"/>
                  <a:pt x="10177163" y="3516"/>
                  <a:pt x="10188456" y="10682"/>
                </a:cubicBezTo>
                <a:lnTo>
                  <a:pt x="10110480" y="10682"/>
                </a:lnTo>
                <a:cubicBezTo>
                  <a:pt x="10121773" y="3516"/>
                  <a:pt x="10135210" y="0"/>
                  <a:pt x="10149468" y="0"/>
                </a:cubicBezTo>
                <a:close/>
                <a:moveTo>
                  <a:pt x="9306928" y="0"/>
                </a:moveTo>
                <a:cubicBezTo>
                  <a:pt x="9321186" y="0"/>
                  <a:pt x="9334623" y="3516"/>
                  <a:pt x="9345916" y="10682"/>
                </a:cubicBezTo>
                <a:lnTo>
                  <a:pt x="9267940" y="10682"/>
                </a:lnTo>
                <a:cubicBezTo>
                  <a:pt x="9279233" y="3516"/>
                  <a:pt x="9292670" y="0"/>
                  <a:pt x="9306928" y="0"/>
                </a:cubicBezTo>
                <a:close/>
                <a:moveTo>
                  <a:pt x="8464388" y="0"/>
                </a:moveTo>
                <a:cubicBezTo>
                  <a:pt x="8478646" y="0"/>
                  <a:pt x="8492083" y="3516"/>
                  <a:pt x="8503376" y="10682"/>
                </a:cubicBezTo>
                <a:lnTo>
                  <a:pt x="8425400" y="10682"/>
                </a:lnTo>
                <a:cubicBezTo>
                  <a:pt x="8436693" y="3516"/>
                  <a:pt x="8450130" y="0"/>
                  <a:pt x="8464388" y="0"/>
                </a:cubicBezTo>
                <a:close/>
                <a:moveTo>
                  <a:pt x="7621848" y="0"/>
                </a:moveTo>
                <a:cubicBezTo>
                  <a:pt x="7636106" y="0"/>
                  <a:pt x="7649543" y="3516"/>
                  <a:pt x="7660836" y="10682"/>
                </a:cubicBezTo>
                <a:lnTo>
                  <a:pt x="7582860" y="10682"/>
                </a:lnTo>
                <a:cubicBezTo>
                  <a:pt x="7594153" y="3516"/>
                  <a:pt x="7607590" y="0"/>
                  <a:pt x="7621848" y="0"/>
                </a:cubicBezTo>
                <a:close/>
                <a:moveTo>
                  <a:pt x="6779308" y="0"/>
                </a:moveTo>
                <a:cubicBezTo>
                  <a:pt x="6793566" y="0"/>
                  <a:pt x="6807003" y="3516"/>
                  <a:pt x="6818296" y="10682"/>
                </a:cubicBezTo>
                <a:lnTo>
                  <a:pt x="6740320" y="10682"/>
                </a:lnTo>
                <a:cubicBezTo>
                  <a:pt x="6751613" y="3516"/>
                  <a:pt x="6765050" y="0"/>
                  <a:pt x="6779308" y="0"/>
                </a:cubicBezTo>
                <a:close/>
                <a:moveTo>
                  <a:pt x="5936768" y="0"/>
                </a:moveTo>
                <a:cubicBezTo>
                  <a:pt x="5951026" y="0"/>
                  <a:pt x="5964463" y="3516"/>
                  <a:pt x="5975757" y="10682"/>
                </a:cubicBezTo>
                <a:lnTo>
                  <a:pt x="5897780" y="10682"/>
                </a:lnTo>
                <a:cubicBezTo>
                  <a:pt x="5909073" y="3516"/>
                  <a:pt x="5922510" y="0"/>
                  <a:pt x="5936768" y="0"/>
                </a:cubicBezTo>
                <a:close/>
                <a:moveTo>
                  <a:pt x="5094228" y="0"/>
                </a:moveTo>
                <a:cubicBezTo>
                  <a:pt x="5108486" y="0"/>
                  <a:pt x="5121923" y="3516"/>
                  <a:pt x="5133217" y="10682"/>
                </a:cubicBezTo>
                <a:lnTo>
                  <a:pt x="5055240" y="10682"/>
                </a:lnTo>
                <a:cubicBezTo>
                  <a:pt x="5066533" y="3516"/>
                  <a:pt x="5079970" y="0"/>
                  <a:pt x="5094228" y="0"/>
                </a:cubicBezTo>
                <a:close/>
                <a:moveTo>
                  <a:pt x="4251688" y="0"/>
                </a:moveTo>
                <a:cubicBezTo>
                  <a:pt x="4265946" y="0"/>
                  <a:pt x="4279383" y="3516"/>
                  <a:pt x="4290676" y="10682"/>
                </a:cubicBezTo>
                <a:lnTo>
                  <a:pt x="4212700" y="10682"/>
                </a:lnTo>
                <a:cubicBezTo>
                  <a:pt x="4223993" y="3516"/>
                  <a:pt x="4237430" y="0"/>
                  <a:pt x="4251688" y="0"/>
                </a:cubicBezTo>
                <a:close/>
                <a:moveTo>
                  <a:pt x="3409148" y="0"/>
                </a:moveTo>
                <a:cubicBezTo>
                  <a:pt x="3423406" y="0"/>
                  <a:pt x="3436843" y="3516"/>
                  <a:pt x="3448136" y="10682"/>
                </a:cubicBezTo>
                <a:lnTo>
                  <a:pt x="3370160" y="10682"/>
                </a:lnTo>
                <a:cubicBezTo>
                  <a:pt x="3381453" y="3516"/>
                  <a:pt x="3394890" y="0"/>
                  <a:pt x="3409148" y="0"/>
                </a:cubicBezTo>
                <a:close/>
                <a:moveTo>
                  <a:pt x="2566608" y="0"/>
                </a:moveTo>
                <a:cubicBezTo>
                  <a:pt x="2580866" y="0"/>
                  <a:pt x="2594303" y="3516"/>
                  <a:pt x="2605596" y="10682"/>
                </a:cubicBezTo>
                <a:lnTo>
                  <a:pt x="2527620" y="10682"/>
                </a:lnTo>
                <a:cubicBezTo>
                  <a:pt x="2538913" y="3516"/>
                  <a:pt x="2552350" y="0"/>
                  <a:pt x="2566608" y="0"/>
                </a:cubicBezTo>
                <a:close/>
                <a:moveTo>
                  <a:pt x="1724068" y="0"/>
                </a:moveTo>
                <a:cubicBezTo>
                  <a:pt x="1738326" y="0"/>
                  <a:pt x="1751763" y="3516"/>
                  <a:pt x="1763056" y="10682"/>
                </a:cubicBezTo>
                <a:lnTo>
                  <a:pt x="1685080" y="10682"/>
                </a:lnTo>
                <a:cubicBezTo>
                  <a:pt x="1696373" y="3516"/>
                  <a:pt x="1709810" y="0"/>
                  <a:pt x="1724068" y="0"/>
                </a:cubicBezTo>
                <a:close/>
                <a:moveTo>
                  <a:pt x="881528" y="0"/>
                </a:moveTo>
                <a:cubicBezTo>
                  <a:pt x="895786" y="0"/>
                  <a:pt x="909223" y="3516"/>
                  <a:pt x="920516" y="10682"/>
                </a:cubicBezTo>
                <a:lnTo>
                  <a:pt x="842540" y="10682"/>
                </a:lnTo>
                <a:cubicBezTo>
                  <a:pt x="853833" y="3516"/>
                  <a:pt x="867270" y="0"/>
                  <a:pt x="881528" y="0"/>
                </a:cubicBezTo>
                <a:close/>
                <a:moveTo>
                  <a:pt x="38988" y="0"/>
                </a:moveTo>
                <a:cubicBezTo>
                  <a:pt x="53246" y="0"/>
                  <a:pt x="66683" y="3516"/>
                  <a:pt x="77976" y="10682"/>
                </a:cubicBezTo>
                <a:lnTo>
                  <a:pt x="0" y="10682"/>
                </a:lnTo>
                <a:cubicBezTo>
                  <a:pt x="11293" y="3516"/>
                  <a:pt x="24730" y="0"/>
                  <a:pt x="3898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03" name="Oval 902"/>
          <p:cNvSpPr/>
          <p:nvPr/>
        </p:nvSpPr>
        <p:spPr>
          <a:xfrm>
            <a:off x="71204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4" name="Oval 903"/>
          <p:cNvSpPr/>
          <p:nvPr/>
        </p:nvSpPr>
        <p:spPr>
          <a:xfrm>
            <a:off x="3774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5" name="Oval 904"/>
          <p:cNvSpPr/>
          <p:nvPr/>
        </p:nvSpPr>
        <p:spPr>
          <a:xfrm>
            <a:off x="12203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6" name="Oval 905"/>
          <p:cNvSpPr/>
          <p:nvPr/>
        </p:nvSpPr>
        <p:spPr>
          <a:xfrm>
            <a:off x="20632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7" name="Oval 906"/>
          <p:cNvSpPr/>
          <p:nvPr/>
        </p:nvSpPr>
        <p:spPr>
          <a:xfrm>
            <a:off x="29060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8" name="Oval 907"/>
          <p:cNvSpPr/>
          <p:nvPr/>
        </p:nvSpPr>
        <p:spPr>
          <a:xfrm>
            <a:off x="374897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09" name="Oval 908"/>
          <p:cNvSpPr/>
          <p:nvPr/>
        </p:nvSpPr>
        <p:spPr>
          <a:xfrm>
            <a:off x="45918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0" name="Oval 909"/>
          <p:cNvSpPr/>
          <p:nvPr/>
        </p:nvSpPr>
        <p:spPr>
          <a:xfrm>
            <a:off x="54347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1" name="Oval 910"/>
          <p:cNvSpPr/>
          <p:nvPr/>
        </p:nvSpPr>
        <p:spPr>
          <a:xfrm>
            <a:off x="62776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2" name="Oval 911"/>
          <p:cNvSpPr/>
          <p:nvPr/>
        </p:nvSpPr>
        <p:spPr>
          <a:xfrm>
            <a:off x="880625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3" name="Oval 912"/>
          <p:cNvSpPr/>
          <p:nvPr/>
        </p:nvSpPr>
        <p:spPr>
          <a:xfrm>
            <a:off x="796337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4" name="Oval 913"/>
          <p:cNvSpPr/>
          <p:nvPr/>
        </p:nvSpPr>
        <p:spPr>
          <a:xfrm>
            <a:off x="1049201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5" name="Oval 914"/>
          <p:cNvSpPr/>
          <p:nvPr/>
        </p:nvSpPr>
        <p:spPr>
          <a:xfrm>
            <a:off x="964913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6" name="Oval 915"/>
          <p:cNvSpPr/>
          <p:nvPr/>
        </p:nvSpPr>
        <p:spPr>
          <a:xfrm>
            <a:off x="11334899" y="365858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7" name="Oval 916"/>
          <p:cNvSpPr/>
          <p:nvPr/>
        </p:nvSpPr>
        <p:spPr>
          <a:xfrm>
            <a:off x="71204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8" name="Oval 917"/>
          <p:cNvSpPr/>
          <p:nvPr/>
        </p:nvSpPr>
        <p:spPr>
          <a:xfrm>
            <a:off x="3774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19" name="Oval 918"/>
          <p:cNvSpPr/>
          <p:nvPr/>
        </p:nvSpPr>
        <p:spPr>
          <a:xfrm>
            <a:off x="12203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0" name="Oval 919"/>
          <p:cNvSpPr/>
          <p:nvPr/>
        </p:nvSpPr>
        <p:spPr>
          <a:xfrm>
            <a:off x="20632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1" name="Oval 920"/>
          <p:cNvSpPr/>
          <p:nvPr/>
        </p:nvSpPr>
        <p:spPr>
          <a:xfrm>
            <a:off x="29060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2" name="Oval 921"/>
          <p:cNvSpPr/>
          <p:nvPr/>
        </p:nvSpPr>
        <p:spPr>
          <a:xfrm>
            <a:off x="374897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3" name="Oval 922"/>
          <p:cNvSpPr/>
          <p:nvPr/>
        </p:nvSpPr>
        <p:spPr>
          <a:xfrm>
            <a:off x="45918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4" name="Oval 923"/>
          <p:cNvSpPr/>
          <p:nvPr/>
        </p:nvSpPr>
        <p:spPr>
          <a:xfrm>
            <a:off x="54347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5" name="Oval 924"/>
          <p:cNvSpPr/>
          <p:nvPr/>
        </p:nvSpPr>
        <p:spPr>
          <a:xfrm>
            <a:off x="62776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6" name="Oval 925"/>
          <p:cNvSpPr/>
          <p:nvPr/>
        </p:nvSpPr>
        <p:spPr>
          <a:xfrm>
            <a:off x="880625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7" name="Oval 926"/>
          <p:cNvSpPr/>
          <p:nvPr/>
        </p:nvSpPr>
        <p:spPr>
          <a:xfrm>
            <a:off x="796337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8" name="Oval 927"/>
          <p:cNvSpPr/>
          <p:nvPr/>
        </p:nvSpPr>
        <p:spPr>
          <a:xfrm>
            <a:off x="1049201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29" name="Oval 928"/>
          <p:cNvSpPr/>
          <p:nvPr/>
        </p:nvSpPr>
        <p:spPr>
          <a:xfrm>
            <a:off x="964913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0" name="Oval 929"/>
          <p:cNvSpPr/>
          <p:nvPr/>
        </p:nvSpPr>
        <p:spPr>
          <a:xfrm>
            <a:off x="11334899" y="121135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1" name="Oval 930"/>
          <p:cNvSpPr/>
          <p:nvPr/>
        </p:nvSpPr>
        <p:spPr>
          <a:xfrm>
            <a:off x="71204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2" name="Oval 931"/>
          <p:cNvSpPr/>
          <p:nvPr/>
        </p:nvSpPr>
        <p:spPr>
          <a:xfrm>
            <a:off x="3774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3" name="Oval 932"/>
          <p:cNvSpPr/>
          <p:nvPr/>
        </p:nvSpPr>
        <p:spPr>
          <a:xfrm>
            <a:off x="12203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4" name="Oval 933"/>
          <p:cNvSpPr/>
          <p:nvPr/>
        </p:nvSpPr>
        <p:spPr>
          <a:xfrm>
            <a:off x="20632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5" name="Oval 934"/>
          <p:cNvSpPr/>
          <p:nvPr/>
        </p:nvSpPr>
        <p:spPr>
          <a:xfrm>
            <a:off x="29060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6" name="Oval 935"/>
          <p:cNvSpPr/>
          <p:nvPr/>
        </p:nvSpPr>
        <p:spPr>
          <a:xfrm>
            <a:off x="374897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7" name="Oval 936"/>
          <p:cNvSpPr/>
          <p:nvPr/>
        </p:nvSpPr>
        <p:spPr>
          <a:xfrm>
            <a:off x="45918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8" name="Oval 937"/>
          <p:cNvSpPr/>
          <p:nvPr/>
        </p:nvSpPr>
        <p:spPr>
          <a:xfrm>
            <a:off x="54347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39" name="Oval 938"/>
          <p:cNvSpPr/>
          <p:nvPr/>
        </p:nvSpPr>
        <p:spPr>
          <a:xfrm>
            <a:off x="62776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0" name="Oval 939"/>
          <p:cNvSpPr/>
          <p:nvPr/>
        </p:nvSpPr>
        <p:spPr>
          <a:xfrm>
            <a:off x="880625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1" name="Oval 940"/>
          <p:cNvSpPr/>
          <p:nvPr/>
        </p:nvSpPr>
        <p:spPr>
          <a:xfrm>
            <a:off x="796337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2" name="Oval 941"/>
          <p:cNvSpPr/>
          <p:nvPr/>
        </p:nvSpPr>
        <p:spPr>
          <a:xfrm>
            <a:off x="1049201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3" name="Oval 942"/>
          <p:cNvSpPr/>
          <p:nvPr/>
        </p:nvSpPr>
        <p:spPr>
          <a:xfrm>
            <a:off x="964913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4" name="Oval 943"/>
          <p:cNvSpPr/>
          <p:nvPr/>
        </p:nvSpPr>
        <p:spPr>
          <a:xfrm>
            <a:off x="11334899" y="2053953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5" name="Oval 944"/>
          <p:cNvSpPr/>
          <p:nvPr/>
        </p:nvSpPr>
        <p:spPr>
          <a:xfrm>
            <a:off x="71204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6" name="Oval 945"/>
          <p:cNvSpPr/>
          <p:nvPr/>
        </p:nvSpPr>
        <p:spPr>
          <a:xfrm>
            <a:off x="3774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7" name="Oval 946"/>
          <p:cNvSpPr/>
          <p:nvPr/>
        </p:nvSpPr>
        <p:spPr>
          <a:xfrm>
            <a:off x="12203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8" name="Oval 947"/>
          <p:cNvSpPr/>
          <p:nvPr/>
        </p:nvSpPr>
        <p:spPr>
          <a:xfrm>
            <a:off x="20632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49" name="Oval 948"/>
          <p:cNvSpPr/>
          <p:nvPr/>
        </p:nvSpPr>
        <p:spPr>
          <a:xfrm>
            <a:off x="29060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0" name="Oval 949"/>
          <p:cNvSpPr/>
          <p:nvPr/>
        </p:nvSpPr>
        <p:spPr>
          <a:xfrm>
            <a:off x="374897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1" name="Oval 950"/>
          <p:cNvSpPr/>
          <p:nvPr/>
        </p:nvSpPr>
        <p:spPr>
          <a:xfrm>
            <a:off x="45918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2" name="Oval 951"/>
          <p:cNvSpPr/>
          <p:nvPr/>
        </p:nvSpPr>
        <p:spPr>
          <a:xfrm>
            <a:off x="54347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3" name="Oval 952"/>
          <p:cNvSpPr/>
          <p:nvPr/>
        </p:nvSpPr>
        <p:spPr>
          <a:xfrm>
            <a:off x="62776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4" name="Oval 953"/>
          <p:cNvSpPr/>
          <p:nvPr/>
        </p:nvSpPr>
        <p:spPr>
          <a:xfrm>
            <a:off x="880625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5" name="Oval 954"/>
          <p:cNvSpPr/>
          <p:nvPr/>
        </p:nvSpPr>
        <p:spPr>
          <a:xfrm>
            <a:off x="796337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6" name="Oval 955"/>
          <p:cNvSpPr/>
          <p:nvPr/>
        </p:nvSpPr>
        <p:spPr>
          <a:xfrm>
            <a:off x="1049201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7" name="Oval 956"/>
          <p:cNvSpPr/>
          <p:nvPr/>
        </p:nvSpPr>
        <p:spPr>
          <a:xfrm>
            <a:off x="964913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8" name="Oval 957"/>
          <p:cNvSpPr/>
          <p:nvPr/>
        </p:nvSpPr>
        <p:spPr>
          <a:xfrm>
            <a:off x="11334899" y="2902626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59" name="Oval 958"/>
          <p:cNvSpPr/>
          <p:nvPr/>
        </p:nvSpPr>
        <p:spPr>
          <a:xfrm>
            <a:off x="71204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0" name="Oval 959"/>
          <p:cNvSpPr/>
          <p:nvPr/>
        </p:nvSpPr>
        <p:spPr>
          <a:xfrm>
            <a:off x="3774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1" name="Oval 960"/>
          <p:cNvSpPr/>
          <p:nvPr/>
        </p:nvSpPr>
        <p:spPr>
          <a:xfrm>
            <a:off x="12203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2" name="Oval 961"/>
          <p:cNvSpPr/>
          <p:nvPr/>
        </p:nvSpPr>
        <p:spPr>
          <a:xfrm>
            <a:off x="20632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3" name="Oval 962"/>
          <p:cNvSpPr/>
          <p:nvPr/>
        </p:nvSpPr>
        <p:spPr>
          <a:xfrm>
            <a:off x="29060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4" name="Oval 963"/>
          <p:cNvSpPr/>
          <p:nvPr/>
        </p:nvSpPr>
        <p:spPr>
          <a:xfrm>
            <a:off x="374897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5" name="Oval 964"/>
          <p:cNvSpPr/>
          <p:nvPr/>
        </p:nvSpPr>
        <p:spPr>
          <a:xfrm>
            <a:off x="45918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6" name="Oval 965"/>
          <p:cNvSpPr/>
          <p:nvPr/>
        </p:nvSpPr>
        <p:spPr>
          <a:xfrm>
            <a:off x="54347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7" name="Oval 966"/>
          <p:cNvSpPr/>
          <p:nvPr/>
        </p:nvSpPr>
        <p:spPr>
          <a:xfrm>
            <a:off x="62776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8" name="Oval 967"/>
          <p:cNvSpPr/>
          <p:nvPr/>
        </p:nvSpPr>
        <p:spPr>
          <a:xfrm>
            <a:off x="880625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69" name="Oval 968"/>
          <p:cNvSpPr/>
          <p:nvPr/>
        </p:nvSpPr>
        <p:spPr>
          <a:xfrm>
            <a:off x="796337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70" name="Oval 969"/>
          <p:cNvSpPr/>
          <p:nvPr/>
        </p:nvSpPr>
        <p:spPr>
          <a:xfrm>
            <a:off x="1049201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71" name="Oval 970"/>
          <p:cNvSpPr/>
          <p:nvPr/>
        </p:nvSpPr>
        <p:spPr>
          <a:xfrm>
            <a:off x="964913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972" name="Oval 971"/>
          <p:cNvSpPr/>
          <p:nvPr/>
        </p:nvSpPr>
        <p:spPr>
          <a:xfrm>
            <a:off x="11334899" y="3746805"/>
            <a:ext cx="100015" cy="100014"/>
          </a:xfrm>
          <a:prstGeom prst="ellipse">
            <a:avLst/>
          </a:prstGeom>
          <a:solidFill>
            <a:schemeClr val="bg1"/>
          </a:solidFill>
          <a:ln w="1397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tIns="45720" rIns="91440" bIns="4572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9140317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3474009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3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3730804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9684930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8243750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327347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3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463308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3674849"/>
      </p:ext>
    </p:extLst>
  </p:cSld>
  <p:clrMapOvr>
    <a:masterClrMapping/>
  </p:clrMapOvr>
  <p:transition spd="slow">
    <p:push dir="u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6175097"/>
      </p:ext>
    </p:extLst>
  </p:cSld>
  <p:clrMapOvr>
    <a:masterClrMapping/>
  </p:clrMapOvr>
  <p:transition spd="slow">
    <p:push dir="u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24" y="8"/>
            <a:ext cx="12191978" cy="4571994"/>
          </a:xfrm>
          <a:custGeom>
            <a:avLst/>
            <a:gdLst/>
            <a:ahLst/>
            <a:cxnLst/>
            <a:rect l="l" t="t" r="r" b="b"/>
            <a:pathLst>
              <a:path w="12191978" h="4571994">
                <a:moveTo>
                  <a:pt x="1" y="4316129"/>
                </a:moveTo>
                <a:lnTo>
                  <a:pt x="255863" y="4571991"/>
                </a:lnTo>
                <a:lnTo>
                  <a:pt x="203619" y="4571991"/>
                </a:lnTo>
                <a:lnTo>
                  <a:pt x="1" y="4368373"/>
                </a:lnTo>
                <a:close/>
                <a:moveTo>
                  <a:pt x="12191973" y="4312831"/>
                </a:moveTo>
                <a:lnTo>
                  <a:pt x="12191972" y="4365076"/>
                </a:lnTo>
                <a:lnTo>
                  <a:pt x="11985055" y="4571992"/>
                </a:lnTo>
                <a:lnTo>
                  <a:pt x="11932811" y="4571993"/>
                </a:lnTo>
                <a:close/>
                <a:moveTo>
                  <a:pt x="11817249" y="4076816"/>
                </a:moveTo>
                <a:lnTo>
                  <a:pt x="11928074" y="4076816"/>
                </a:lnTo>
                <a:lnTo>
                  <a:pt x="11928074" y="4187641"/>
                </a:lnTo>
                <a:lnTo>
                  <a:pt x="11817249" y="4187641"/>
                </a:lnTo>
                <a:close/>
                <a:moveTo>
                  <a:pt x="10766437" y="4076816"/>
                </a:moveTo>
                <a:lnTo>
                  <a:pt x="10877262" y="4076816"/>
                </a:lnTo>
                <a:lnTo>
                  <a:pt x="10877262" y="4187641"/>
                </a:lnTo>
                <a:lnTo>
                  <a:pt x="10766437" y="4187641"/>
                </a:lnTo>
                <a:close/>
                <a:moveTo>
                  <a:pt x="9715629" y="4076816"/>
                </a:moveTo>
                <a:lnTo>
                  <a:pt x="9826454" y="4076816"/>
                </a:lnTo>
                <a:lnTo>
                  <a:pt x="9826454" y="4187641"/>
                </a:lnTo>
                <a:lnTo>
                  <a:pt x="9715629" y="4187641"/>
                </a:lnTo>
                <a:close/>
                <a:moveTo>
                  <a:pt x="8664821" y="4076816"/>
                </a:moveTo>
                <a:lnTo>
                  <a:pt x="8775646" y="4076816"/>
                </a:lnTo>
                <a:lnTo>
                  <a:pt x="8775646" y="4187641"/>
                </a:lnTo>
                <a:lnTo>
                  <a:pt x="8664821" y="4187641"/>
                </a:lnTo>
                <a:close/>
                <a:moveTo>
                  <a:pt x="7614013" y="4076816"/>
                </a:moveTo>
                <a:lnTo>
                  <a:pt x="7724838" y="4076816"/>
                </a:lnTo>
                <a:lnTo>
                  <a:pt x="7724838" y="4187641"/>
                </a:lnTo>
                <a:lnTo>
                  <a:pt x="7614013" y="4187641"/>
                </a:lnTo>
                <a:close/>
                <a:moveTo>
                  <a:pt x="6563205" y="4076816"/>
                </a:moveTo>
                <a:lnTo>
                  <a:pt x="6674030" y="4076816"/>
                </a:lnTo>
                <a:lnTo>
                  <a:pt x="6674030" y="4187641"/>
                </a:lnTo>
                <a:lnTo>
                  <a:pt x="6563205" y="4187641"/>
                </a:lnTo>
                <a:close/>
                <a:moveTo>
                  <a:pt x="5512397" y="4076816"/>
                </a:moveTo>
                <a:lnTo>
                  <a:pt x="5623222" y="4076816"/>
                </a:lnTo>
                <a:lnTo>
                  <a:pt x="5623222" y="4187641"/>
                </a:lnTo>
                <a:lnTo>
                  <a:pt x="5512397" y="4187641"/>
                </a:lnTo>
                <a:close/>
                <a:moveTo>
                  <a:pt x="4461589" y="4076816"/>
                </a:moveTo>
                <a:lnTo>
                  <a:pt x="4572414" y="4076816"/>
                </a:lnTo>
                <a:lnTo>
                  <a:pt x="4572414" y="4187641"/>
                </a:lnTo>
                <a:lnTo>
                  <a:pt x="4461589" y="4187641"/>
                </a:lnTo>
                <a:close/>
                <a:moveTo>
                  <a:pt x="3410782" y="4076816"/>
                </a:moveTo>
                <a:lnTo>
                  <a:pt x="3521608" y="4076816"/>
                </a:lnTo>
                <a:lnTo>
                  <a:pt x="3521608" y="4187641"/>
                </a:lnTo>
                <a:lnTo>
                  <a:pt x="3410782" y="4187641"/>
                </a:lnTo>
                <a:close/>
                <a:moveTo>
                  <a:pt x="2359975" y="4076816"/>
                </a:moveTo>
                <a:lnTo>
                  <a:pt x="2470800" y="4076816"/>
                </a:lnTo>
                <a:lnTo>
                  <a:pt x="2470800" y="4187641"/>
                </a:lnTo>
                <a:lnTo>
                  <a:pt x="2359975" y="4187641"/>
                </a:lnTo>
                <a:close/>
                <a:moveTo>
                  <a:pt x="1309167" y="4076816"/>
                </a:moveTo>
                <a:lnTo>
                  <a:pt x="1419992" y="4076816"/>
                </a:lnTo>
                <a:lnTo>
                  <a:pt x="1419992" y="4187641"/>
                </a:lnTo>
                <a:lnTo>
                  <a:pt x="1309167" y="4187641"/>
                </a:lnTo>
                <a:close/>
                <a:moveTo>
                  <a:pt x="258359" y="4076816"/>
                </a:moveTo>
                <a:lnTo>
                  <a:pt x="369184" y="4076816"/>
                </a:lnTo>
                <a:lnTo>
                  <a:pt x="369184" y="4187641"/>
                </a:lnTo>
                <a:lnTo>
                  <a:pt x="258359" y="4187641"/>
                </a:lnTo>
                <a:close/>
                <a:moveTo>
                  <a:pt x="11291841" y="3551209"/>
                </a:moveTo>
                <a:lnTo>
                  <a:pt x="11402666" y="3551209"/>
                </a:lnTo>
                <a:lnTo>
                  <a:pt x="11402666" y="3662034"/>
                </a:lnTo>
                <a:lnTo>
                  <a:pt x="11291841" y="3662034"/>
                </a:lnTo>
                <a:close/>
                <a:moveTo>
                  <a:pt x="10241033" y="3551209"/>
                </a:moveTo>
                <a:lnTo>
                  <a:pt x="10351858" y="3551209"/>
                </a:lnTo>
                <a:lnTo>
                  <a:pt x="10351858" y="3662034"/>
                </a:lnTo>
                <a:lnTo>
                  <a:pt x="10241033" y="3662034"/>
                </a:lnTo>
                <a:close/>
                <a:moveTo>
                  <a:pt x="9190225" y="3551209"/>
                </a:moveTo>
                <a:lnTo>
                  <a:pt x="9301050" y="3551209"/>
                </a:lnTo>
                <a:lnTo>
                  <a:pt x="9301050" y="3662034"/>
                </a:lnTo>
                <a:lnTo>
                  <a:pt x="9190225" y="3662034"/>
                </a:lnTo>
                <a:close/>
                <a:moveTo>
                  <a:pt x="8139417" y="3551209"/>
                </a:moveTo>
                <a:lnTo>
                  <a:pt x="8250242" y="3551209"/>
                </a:lnTo>
                <a:lnTo>
                  <a:pt x="8250242" y="3662034"/>
                </a:lnTo>
                <a:lnTo>
                  <a:pt x="8139417" y="3662034"/>
                </a:lnTo>
                <a:close/>
                <a:moveTo>
                  <a:pt x="7088609" y="3551209"/>
                </a:moveTo>
                <a:lnTo>
                  <a:pt x="7199434" y="3551209"/>
                </a:lnTo>
                <a:lnTo>
                  <a:pt x="7199434" y="3662034"/>
                </a:lnTo>
                <a:lnTo>
                  <a:pt x="7088609" y="3662034"/>
                </a:lnTo>
                <a:close/>
                <a:moveTo>
                  <a:pt x="6037801" y="3551209"/>
                </a:moveTo>
                <a:lnTo>
                  <a:pt x="6148626" y="3551209"/>
                </a:lnTo>
                <a:lnTo>
                  <a:pt x="6148626" y="3662034"/>
                </a:lnTo>
                <a:lnTo>
                  <a:pt x="6037801" y="3662034"/>
                </a:lnTo>
                <a:close/>
                <a:moveTo>
                  <a:pt x="4986998" y="3551209"/>
                </a:moveTo>
                <a:lnTo>
                  <a:pt x="5097826" y="3551209"/>
                </a:lnTo>
                <a:lnTo>
                  <a:pt x="5097826" y="3662034"/>
                </a:lnTo>
                <a:lnTo>
                  <a:pt x="4986998" y="3662034"/>
                </a:lnTo>
                <a:close/>
                <a:moveTo>
                  <a:pt x="3936196" y="3551209"/>
                </a:moveTo>
                <a:lnTo>
                  <a:pt x="4047020" y="3551209"/>
                </a:lnTo>
                <a:lnTo>
                  <a:pt x="4047020" y="3662034"/>
                </a:lnTo>
                <a:lnTo>
                  <a:pt x="3936196" y="3662034"/>
                </a:lnTo>
                <a:close/>
                <a:moveTo>
                  <a:pt x="2885389" y="3551209"/>
                </a:moveTo>
                <a:lnTo>
                  <a:pt x="2996214" y="3551209"/>
                </a:lnTo>
                <a:lnTo>
                  <a:pt x="2996214" y="3662034"/>
                </a:lnTo>
                <a:lnTo>
                  <a:pt x="2885389" y="3662034"/>
                </a:lnTo>
                <a:close/>
                <a:moveTo>
                  <a:pt x="1834579" y="3551209"/>
                </a:moveTo>
                <a:lnTo>
                  <a:pt x="1945404" y="3551209"/>
                </a:lnTo>
                <a:lnTo>
                  <a:pt x="1945404" y="3662034"/>
                </a:lnTo>
                <a:lnTo>
                  <a:pt x="1834579" y="3662034"/>
                </a:lnTo>
                <a:close/>
                <a:moveTo>
                  <a:pt x="783773" y="3551209"/>
                </a:moveTo>
                <a:lnTo>
                  <a:pt x="894598" y="3551209"/>
                </a:lnTo>
                <a:lnTo>
                  <a:pt x="894598" y="3662034"/>
                </a:lnTo>
                <a:lnTo>
                  <a:pt x="783773" y="3662034"/>
                </a:lnTo>
                <a:close/>
                <a:moveTo>
                  <a:pt x="2942310" y="3107960"/>
                </a:moveTo>
                <a:lnTo>
                  <a:pt x="2470811" y="3579460"/>
                </a:lnTo>
                <a:lnTo>
                  <a:pt x="2470811" y="3634896"/>
                </a:lnTo>
                <a:lnTo>
                  <a:pt x="2942311" y="4106397"/>
                </a:lnTo>
                <a:lnTo>
                  <a:pt x="3410794" y="3637915"/>
                </a:lnTo>
                <a:lnTo>
                  <a:pt x="3410794" y="3576442"/>
                </a:lnTo>
                <a:close/>
                <a:moveTo>
                  <a:pt x="840944" y="3107960"/>
                </a:moveTo>
                <a:lnTo>
                  <a:pt x="369194" y="3579710"/>
                </a:lnTo>
                <a:lnTo>
                  <a:pt x="369194" y="3634648"/>
                </a:lnTo>
                <a:lnTo>
                  <a:pt x="840944" y="4106399"/>
                </a:lnTo>
                <a:lnTo>
                  <a:pt x="1309176" y="3638165"/>
                </a:lnTo>
                <a:lnTo>
                  <a:pt x="1309176" y="3576193"/>
                </a:lnTo>
                <a:close/>
                <a:moveTo>
                  <a:pt x="3992986" y="3107959"/>
                </a:moveTo>
                <a:lnTo>
                  <a:pt x="3521621" y="3579335"/>
                </a:lnTo>
                <a:lnTo>
                  <a:pt x="3521621" y="3635021"/>
                </a:lnTo>
                <a:lnTo>
                  <a:pt x="3992986" y="4106398"/>
                </a:lnTo>
                <a:lnTo>
                  <a:pt x="4461593" y="3637778"/>
                </a:lnTo>
                <a:lnTo>
                  <a:pt x="4461593" y="3576578"/>
                </a:lnTo>
                <a:close/>
                <a:moveTo>
                  <a:pt x="1891624" y="3107959"/>
                </a:moveTo>
                <a:lnTo>
                  <a:pt x="1420001" y="3579584"/>
                </a:lnTo>
                <a:lnTo>
                  <a:pt x="1420001" y="3634774"/>
                </a:lnTo>
                <a:lnTo>
                  <a:pt x="1891623" y="4106397"/>
                </a:lnTo>
                <a:lnTo>
                  <a:pt x="2359987" y="3638040"/>
                </a:lnTo>
                <a:lnTo>
                  <a:pt x="2359987" y="3576315"/>
                </a:lnTo>
                <a:close/>
                <a:moveTo>
                  <a:pt x="8195689" y="3107959"/>
                </a:moveTo>
                <a:lnTo>
                  <a:pt x="7724838" y="3578810"/>
                </a:lnTo>
                <a:lnTo>
                  <a:pt x="7724838" y="3635541"/>
                </a:lnTo>
                <a:lnTo>
                  <a:pt x="8195691" y="4106395"/>
                </a:lnTo>
                <a:lnTo>
                  <a:pt x="8664821" y="3637265"/>
                </a:lnTo>
                <a:lnTo>
                  <a:pt x="8664821" y="3577091"/>
                </a:lnTo>
                <a:close/>
                <a:moveTo>
                  <a:pt x="5043664" y="3107959"/>
                </a:moveTo>
                <a:lnTo>
                  <a:pt x="4572419" y="3579197"/>
                </a:lnTo>
                <a:lnTo>
                  <a:pt x="4572419" y="3635159"/>
                </a:lnTo>
                <a:lnTo>
                  <a:pt x="5043662" y="4106396"/>
                </a:lnTo>
                <a:lnTo>
                  <a:pt x="5512402" y="3637650"/>
                </a:lnTo>
                <a:lnTo>
                  <a:pt x="5512402" y="3576704"/>
                </a:lnTo>
                <a:close/>
                <a:moveTo>
                  <a:pt x="6094326" y="3107958"/>
                </a:moveTo>
                <a:lnTo>
                  <a:pt x="5623226" y="3579070"/>
                </a:lnTo>
                <a:lnTo>
                  <a:pt x="5623226" y="3635285"/>
                </a:lnTo>
                <a:lnTo>
                  <a:pt x="6094326" y="4106397"/>
                </a:lnTo>
                <a:lnTo>
                  <a:pt x="6563205" y="3637518"/>
                </a:lnTo>
                <a:lnTo>
                  <a:pt x="6563205" y="3576837"/>
                </a:lnTo>
                <a:close/>
                <a:moveTo>
                  <a:pt x="9246372" y="3107957"/>
                </a:moveTo>
                <a:lnTo>
                  <a:pt x="8775646" y="3578683"/>
                </a:lnTo>
                <a:lnTo>
                  <a:pt x="8775646" y="3635671"/>
                </a:lnTo>
                <a:lnTo>
                  <a:pt x="9246369" y="4106395"/>
                </a:lnTo>
                <a:lnTo>
                  <a:pt x="9715629" y="3637135"/>
                </a:lnTo>
                <a:lnTo>
                  <a:pt x="9715629" y="3577215"/>
                </a:lnTo>
                <a:close/>
                <a:moveTo>
                  <a:pt x="7145009" y="3107957"/>
                </a:moveTo>
                <a:lnTo>
                  <a:pt x="6674030" y="3578936"/>
                </a:lnTo>
                <a:lnTo>
                  <a:pt x="6674030" y="3635418"/>
                </a:lnTo>
                <a:lnTo>
                  <a:pt x="7145007" y="4106396"/>
                </a:lnTo>
                <a:lnTo>
                  <a:pt x="7614013" y="3637390"/>
                </a:lnTo>
                <a:lnTo>
                  <a:pt x="7614013" y="3576961"/>
                </a:lnTo>
                <a:close/>
                <a:moveTo>
                  <a:pt x="11347734" y="3107957"/>
                </a:moveTo>
                <a:lnTo>
                  <a:pt x="10877262" y="3578428"/>
                </a:lnTo>
                <a:lnTo>
                  <a:pt x="10877262" y="3635922"/>
                </a:lnTo>
                <a:lnTo>
                  <a:pt x="11347735" y="4106396"/>
                </a:lnTo>
                <a:lnTo>
                  <a:pt x="11817249" y="3636882"/>
                </a:lnTo>
                <a:lnTo>
                  <a:pt x="11817249" y="3577472"/>
                </a:lnTo>
                <a:close/>
                <a:moveTo>
                  <a:pt x="10297053" y="3107955"/>
                </a:moveTo>
                <a:lnTo>
                  <a:pt x="9826454" y="3578554"/>
                </a:lnTo>
                <a:lnTo>
                  <a:pt x="9826454" y="3635794"/>
                </a:lnTo>
                <a:lnTo>
                  <a:pt x="10297054" y="4106394"/>
                </a:lnTo>
                <a:lnTo>
                  <a:pt x="10766437" y="3637011"/>
                </a:lnTo>
                <a:lnTo>
                  <a:pt x="10766437" y="3577339"/>
                </a:lnTo>
                <a:close/>
                <a:moveTo>
                  <a:pt x="11817249" y="3027334"/>
                </a:moveTo>
                <a:lnTo>
                  <a:pt x="11928074" y="3027334"/>
                </a:lnTo>
                <a:lnTo>
                  <a:pt x="11928074" y="3138159"/>
                </a:lnTo>
                <a:lnTo>
                  <a:pt x="11817249" y="3138159"/>
                </a:lnTo>
                <a:close/>
                <a:moveTo>
                  <a:pt x="10766437" y="3027334"/>
                </a:moveTo>
                <a:lnTo>
                  <a:pt x="10877262" y="3027334"/>
                </a:lnTo>
                <a:lnTo>
                  <a:pt x="10877262" y="3138159"/>
                </a:lnTo>
                <a:lnTo>
                  <a:pt x="10766437" y="3138159"/>
                </a:lnTo>
                <a:close/>
                <a:moveTo>
                  <a:pt x="9715629" y="3027334"/>
                </a:moveTo>
                <a:lnTo>
                  <a:pt x="9826454" y="3027334"/>
                </a:lnTo>
                <a:lnTo>
                  <a:pt x="9826454" y="3138159"/>
                </a:lnTo>
                <a:lnTo>
                  <a:pt x="9715629" y="3138159"/>
                </a:lnTo>
                <a:close/>
                <a:moveTo>
                  <a:pt x="8664821" y="3027334"/>
                </a:moveTo>
                <a:lnTo>
                  <a:pt x="8775646" y="3027334"/>
                </a:lnTo>
                <a:lnTo>
                  <a:pt x="8775646" y="3138159"/>
                </a:lnTo>
                <a:lnTo>
                  <a:pt x="8664821" y="3138159"/>
                </a:lnTo>
                <a:close/>
                <a:moveTo>
                  <a:pt x="7614013" y="3027334"/>
                </a:moveTo>
                <a:lnTo>
                  <a:pt x="7724838" y="3027334"/>
                </a:lnTo>
                <a:lnTo>
                  <a:pt x="7724838" y="3138159"/>
                </a:lnTo>
                <a:lnTo>
                  <a:pt x="7614013" y="3138159"/>
                </a:lnTo>
                <a:close/>
                <a:moveTo>
                  <a:pt x="6563205" y="3027334"/>
                </a:moveTo>
                <a:lnTo>
                  <a:pt x="6674030" y="3027334"/>
                </a:lnTo>
                <a:lnTo>
                  <a:pt x="6674030" y="3138159"/>
                </a:lnTo>
                <a:lnTo>
                  <a:pt x="6563205" y="3138159"/>
                </a:lnTo>
                <a:close/>
                <a:moveTo>
                  <a:pt x="5512400" y="3027334"/>
                </a:moveTo>
                <a:lnTo>
                  <a:pt x="5623225" y="3027334"/>
                </a:lnTo>
                <a:lnTo>
                  <a:pt x="5623225" y="3138159"/>
                </a:lnTo>
                <a:lnTo>
                  <a:pt x="5512400" y="3138159"/>
                </a:lnTo>
                <a:close/>
                <a:moveTo>
                  <a:pt x="4461592" y="3027334"/>
                </a:moveTo>
                <a:lnTo>
                  <a:pt x="4572417" y="3027334"/>
                </a:lnTo>
                <a:lnTo>
                  <a:pt x="4572417" y="3138159"/>
                </a:lnTo>
                <a:lnTo>
                  <a:pt x="4461592" y="3138159"/>
                </a:lnTo>
                <a:close/>
                <a:moveTo>
                  <a:pt x="3410790" y="3027334"/>
                </a:moveTo>
                <a:lnTo>
                  <a:pt x="3521616" y="3027334"/>
                </a:lnTo>
                <a:lnTo>
                  <a:pt x="3521616" y="3138159"/>
                </a:lnTo>
                <a:lnTo>
                  <a:pt x="3410790" y="3138159"/>
                </a:lnTo>
                <a:close/>
                <a:moveTo>
                  <a:pt x="2359982" y="3027334"/>
                </a:moveTo>
                <a:lnTo>
                  <a:pt x="2470807" y="3027334"/>
                </a:lnTo>
                <a:lnTo>
                  <a:pt x="2470807" y="3138159"/>
                </a:lnTo>
                <a:lnTo>
                  <a:pt x="2359982" y="3138159"/>
                </a:lnTo>
                <a:close/>
                <a:moveTo>
                  <a:pt x="1309173" y="3027334"/>
                </a:moveTo>
                <a:lnTo>
                  <a:pt x="1419997" y="3027334"/>
                </a:lnTo>
                <a:lnTo>
                  <a:pt x="1419997" y="3138159"/>
                </a:lnTo>
                <a:lnTo>
                  <a:pt x="1309173" y="3138159"/>
                </a:lnTo>
                <a:close/>
                <a:moveTo>
                  <a:pt x="258365" y="3027334"/>
                </a:moveTo>
                <a:lnTo>
                  <a:pt x="369190" y="3027334"/>
                </a:lnTo>
                <a:lnTo>
                  <a:pt x="369190" y="3138159"/>
                </a:lnTo>
                <a:lnTo>
                  <a:pt x="258365" y="3138159"/>
                </a:lnTo>
                <a:close/>
                <a:moveTo>
                  <a:pt x="10794114" y="2610895"/>
                </a:moveTo>
                <a:lnTo>
                  <a:pt x="10323174" y="3081834"/>
                </a:lnTo>
                <a:lnTo>
                  <a:pt x="10792548" y="3551209"/>
                </a:lnTo>
                <a:lnTo>
                  <a:pt x="10852239" y="3551209"/>
                </a:lnTo>
                <a:lnTo>
                  <a:pt x="11321612" y="3081835"/>
                </a:lnTo>
                <a:lnTo>
                  <a:pt x="10850672" y="2610895"/>
                </a:lnTo>
                <a:close/>
                <a:moveTo>
                  <a:pt x="9743434" y="2610895"/>
                </a:moveTo>
                <a:lnTo>
                  <a:pt x="9272494" y="3081834"/>
                </a:lnTo>
                <a:lnTo>
                  <a:pt x="9741869" y="3551209"/>
                </a:lnTo>
                <a:lnTo>
                  <a:pt x="9801555" y="3551209"/>
                </a:lnTo>
                <a:lnTo>
                  <a:pt x="10270931" y="3081833"/>
                </a:lnTo>
                <a:lnTo>
                  <a:pt x="9799992" y="2610895"/>
                </a:lnTo>
                <a:close/>
                <a:moveTo>
                  <a:pt x="8692754" y="2610895"/>
                </a:moveTo>
                <a:lnTo>
                  <a:pt x="8221811" y="3081837"/>
                </a:lnTo>
                <a:lnTo>
                  <a:pt x="8691183" y="3551209"/>
                </a:lnTo>
                <a:lnTo>
                  <a:pt x="8750876" y="3551209"/>
                </a:lnTo>
                <a:lnTo>
                  <a:pt x="9220250" y="3081835"/>
                </a:lnTo>
                <a:lnTo>
                  <a:pt x="8749310" y="2610895"/>
                </a:lnTo>
                <a:close/>
                <a:moveTo>
                  <a:pt x="7642070" y="2610895"/>
                </a:moveTo>
                <a:lnTo>
                  <a:pt x="7171131" y="3081835"/>
                </a:lnTo>
                <a:lnTo>
                  <a:pt x="7640505" y="3551209"/>
                </a:lnTo>
                <a:lnTo>
                  <a:pt x="7700194" y="3551209"/>
                </a:lnTo>
                <a:lnTo>
                  <a:pt x="8169567" y="3081836"/>
                </a:lnTo>
                <a:lnTo>
                  <a:pt x="7698625" y="2610895"/>
                </a:lnTo>
                <a:close/>
                <a:moveTo>
                  <a:pt x="6591389" y="2610895"/>
                </a:moveTo>
                <a:lnTo>
                  <a:pt x="6120448" y="3081836"/>
                </a:lnTo>
                <a:lnTo>
                  <a:pt x="6589820" y="3551209"/>
                </a:lnTo>
                <a:lnTo>
                  <a:pt x="6649514" y="3551209"/>
                </a:lnTo>
                <a:lnTo>
                  <a:pt x="7118887" y="3081836"/>
                </a:lnTo>
                <a:lnTo>
                  <a:pt x="6647947" y="2610895"/>
                </a:lnTo>
                <a:close/>
                <a:moveTo>
                  <a:pt x="5540722" y="2610895"/>
                </a:moveTo>
                <a:lnTo>
                  <a:pt x="5069790" y="3081837"/>
                </a:lnTo>
                <a:lnTo>
                  <a:pt x="5539152" y="3551209"/>
                </a:lnTo>
                <a:lnTo>
                  <a:pt x="5598843" y="3551209"/>
                </a:lnTo>
                <a:lnTo>
                  <a:pt x="6068204" y="3081836"/>
                </a:lnTo>
                <a:lnTo>
                  <a:pt x="5597274" y="2610895"/>
                </a:lnTo>
                <a:close/>
                <a:moveTo>
                  <a:pt x="4490039" y="2610895"/>
                </a:moveTo>
                <a:lnTo>
                  <a:pt x="4019108" y="3081837"/>
                </a:lnTo>
                <a:lnTo>
                  <a:pt x="4488467" y="3551209"/>
                </a:lnTo>
                <a:lnTo>
                  <a:pt x="4548162" y="3551209"/>
                </a:lnTo>
                <a:lnTo>
                  <a:pt x="5017539" y="3081837"/>
                </a:lnTo>
                <a:lnTo>
                  <a:pt x="4546591" y="2610895"/>
                </a:lnTo>
                <a:close/>
                <a:moveTo>
                  <a:pt x="3439377" y="2610895"/>
                </a:moveTo>
                <a:lnTo>
                  <a:pt x="2968431" y="3081838"/>
                </a:lnTo>
                <a:lnTo>
                  <a:pt x="3437805" y="3551209"/>
                </a:lnTo>
                <a:lnTo>
                  <a:pt x="3497502" y="3551209"/>
                </a:lnTo>
                <a:lnTo>
                  <a:pt x="3966864" y="3081837"/>
                </a:lnTo>
                <a:lnTo>
                  <a:pt x="3495931" y="2610895"/>
                </a:lnTo>
                <a:close/>
                <a:moveTo>
                  <a:pt x="2388695" y="2610895"/>
                </a:moveTo>
                <a:lnTo>
                  <a:pt x="1917746" y="3081837"/>
                </a:lnTo>
                <a:lnTo>
                  <a:pt x="2387125" y="3551209"/>
                </a:lnTo>
                <a:lnTo>
                  <a:pt x="2446819" y="3551209"/>
                </a:lnTo>
                <a:lnTo>
                  <a:pt x="2916188" y="3081838"/>
                </a:lnTo>
                <a:lnTo>
                  <a:pt x="2445246" y="2610895"/>
                </a:lnTo>
                <a:close/>
                <a:moveTo>
                  <a:pt x="1338007" y="2610895"/>
                </a:moveTo>
                <a:lnTo>
                  <a:pt x="867066" y="3081838"/>
                </a:lnTo>
                <a:lnTo>
                  <a:pt x="1336436" y="3551209"/>
                </a:lnTo>
                <a:lnTo>
                  <a:pt x="1396132" y="3551209"/>
                </a:lnTo>
                <a:lnTo>
                  <a:pt x="1865502" y="3081837"/>
                </a:lnTo>
                <a:lnTo>
                  <a:pt x="1394561" y="2610895"/>
                </a:lnTo>
                <a:close/>
                <a:moveTo>
                  <a:pt x="11291841" y="2500070"/>
                </a:moveTo>
                <a:lnTo>
                  <a:pt x="11402666" y="2500070"/>
                </a:lnTo>
                <a:lnTo>
                  <a:pt x="11402666" y="2610895"/>
                </a:lnTo>
                <a:lnTo>
                  <a:pt x="11291841" y="2610895"/>
                </a:lnTo>
                <a:close/>
                <a:moveTo>
                  <a:pt x="10241033" y="2500070"/>
                </a:moveTo>
                <a:lnTo>
                  <a:pt x="10351858" y="2500070"/>
                </a:lnTo>
                <a:lnTo>
                  <a:pt x="10351858" y="2610895"/>
                </a:lnTo>
                <a:lnTo>
                  <a:pt x="10241033" y="2610895"/>
                </a:lnTo>
                <a:close/>
                <a:moveTo>
                  <a:pt x="9190225" y="2500070"/>
                </a:moveTo>
                <a:lnTo>
                  <a:pt x="9301050" y="2500070"/>
                </a:lnTo>
                <a:lnTo>
                  <a:pt x="9301050" y="2610895"/>
                </a:lnTo>
                <a:lnTo>
                  <a:pt x="9190225" y="2610895"/>
                </a:lnTo>
                <a:close/>
                <a:moveTo>
                  <a:pt x="8139417" y="2500070"/>
                </a:moveTo>
                <a:lnTo>
                  <a:pt x="8250242" y="2500070"/>
                </a:lnTo>
                <a:lnTo>
                  <a:pt x="8250242" y="2610895"/>
                </a:lnTo>
                <a:lnTo>
                  <a:pt x="8139417" y="2610895"/>
                </a:lnTo>
                <a:close/>
                <a:moveTo>
                  <a:pt x="7088609" y="2500070"/>
                </a:moveTo>
                <a:lnTo>
                  <a:pt x="7199434" y="2500070"/>
                </a:lnTo>
                <a:lnTo>
                  <a:pt x="7199434" y="2610895"/>
                </a:lnTo>
                <a:lnTo>
                  <a:pt x="7088609" y="2610895"/>
                </a:lnTo>
                <a:close/>
                <a:moveTo>
                  <a:pt x="6037801" y="2500070"/>
                </a:moveTo>
                <a:lnTo>
                  <a:pt x="6148626" y="2500070"/>
                </a:lnTo>
                <a:lnTo>
                  <a:pt x="6148626" y="2610895"/>
                </a:lnTo>
                <a:lnTo>
                  <a:pt x="6037801" y="2610895"/>
                </a:lnTo>
                <a:close/>
                <a:moveTo>
                  <a:pt x="4987000" y="2500070"/>
                </a:moveTo>
                <a:lnTo>
                  <a:pt x="5097829" y="2500070"/>
                </a:lnTo>
                <a:lnTo>
                  <a:pt x="5097829" y="2610895"/>
                </a:lnTo>
                <a:lnTo>
                  <a:pt x="4987000" y="2610895"/>
                </a:lnTo>
                <a:close/>
                <a:moveTo>
                  <a:pt x="3936200" y="2500070"/>
                </a:moveTo>
                <a:lnTo>
                  <a:pt x="4047024" y="2500070"/>
                </a:lnTo>
                <a:lnTo>
                  <a:pt x="4047024" y="2610895"/>
                </a:lnTo>
                <a:lnTo>
                  <a:pt x="3936200" y="2610895"/>
                </a:lnTo>
                <a:close/>
                <a:moveTo>
                  <a:pt x="2885393" y="2500070"/>
                </a:moveTo>
                <a:lnTo>
                  <a:pt x="2996218" y="2500070"/>
                </a:lnTo>
                <a:lnTo>
                  <a:pt x="2996218" y="2610895"/>
                </a:lnTo>
                <a:lnTo>
                  <a:pt x="2885393" y="2610895"/>
                </a:lnTo>
                <a:close/>
                <a:moveTo>
                  <a:pt x="1834583" y="2500070"/>
                </a:moveTo>
                <a:lnTo>
                  <a:pt x="1945408" y="2500070"/>
                </a:lnTo>
                <a:lnTo>
                  <a:pt x="1945408" y="2610895"/>
                </a:lnTo>
                <a:lnTo>
                  <a:pt x="1834583" y="2610895"/>
                </a:lnTo>
                <a:close/>
                <a:moveTo>
                  <a:pt x="783777" y="2500070"/>
                </a:moveTo>
                <a:lnTo>
                  <a:pt x="894602" y="2500070"/>
                </a:lnTo>
                <a:lnTo>
                  <a:pt x="894602" y="2610895"/>
                </a:lnTo>
                <a:lnTo>
                  <a:pt x="783777" y="2610895"/>
                </a:lnTo>
                <a:close/>
                <a:moveTo>
                  <a:pt x="1891623" y="2057291"/>
                </a:moveTo>
                <a:lnTo>
                  <a:pt x="1420005" y="2528898"/>
                </a:lnTo>
                <a:lnTo>
                  <a:pt x="1420005" y="2584095"/>
                </a:lnTo>
                <a:lnTo>
                  <a:pt x="1891624" y="3055715"/>
                </a:lnTo>
                <a:lnTo>
                  <a:pt x="2359991" y="2587356"/>
                </a:lnTo>
                <a:lnTo>
                  <a:pt x="2359991" y="2525640"/>
                </a:lnTo>
                <a:close/>
                <a:moveTo>
                  <a:pt x="2942310" y="2057291"/>
                </a:moveTo>
                <a:lnTo>
                  <a:pt x="2470816" y="2528774"/>
                </a:lnTo>
                <a:lnTo>
                  <a:pt x="2470816" y="2584221"/>
                </a:lnTo>
                <a:lnTo>
                  <a:pt x="2942310" y="3055716"/>
                </a:lnTo>
                <a:lnTo>
                  <a:pt x="3410799" y="2587229"/>
                </a:lnTo>
                <a:lnTo>
                  <a:pt x="3410799" y="2525765"/>
                </a:lnTo>
                <a:close/>
                <a:moveTo>
                  <a:pt x="3992986" y="2057290"/>
                </a:moveTo>
                <a:lnTo>
                  <a:pt x="3521627" y="2528649"/>
                </a:lnTo>
                <a:lnTo>
                  <a:pt x="3521627" y="2584345"/>
                </a:lnTo>
                <a:lnTo>
                  <a:pt x="3992986" y="3055715"/>
                </a:lnTo>
                <a:lnTo>
                  <a:pt x="4461596" y="2587094"/>
                </a:lnTo>
                <a:lnTo>
                  <a:pt x="4461596" y="2525899"/>
                </a:lnTo>
                <a:close/>
                <a:moveTo>
                  <a:pt x="840944" y="2057289"/>
                </a:moveTo>
                <a:lnTo>
                  <a:pt x="369198" y="2529024"/>
                </a:lnTo>
                <a:lnTo>
                  <a:pt x="369198" y="2583969"/>
                </a:lnTo>
                <a:lnTo>
                  <a:pt x="840944" y="3055716"/>
                </a:lnTo>
                <a:lnTo>
                  <a:pt x="1309180" y="2587479"/>
                </a:lnTo>
                <a:lnTo>
                  <a:pt x="1309180" y="2525514"/>
                </a:lnTo>
                <a:close/>
                <a:moveTo>
                  <a:pt x="7145007" y="2057289"/>
                </a:moveTo>
                <a:lnTo>
                  <a:pt x="6674030" y="2528255"/>
                </a:lnTo>
                <a:lnTo>
                  <a:pt x="6674030" y="2584733"/>
                </a:lnTo>
                <a:lnTo>
                  <a:pt x="7145010" y="3055713"/>
                </a:lnTo>
                <a:lnTo>
                  <a:pt x="7614013" y="2586710"/>
                </a:lnTo>
                <a:lnTo>
                  <a:pt x="7614013" y="2526283"/>
                </a:lnTo>
                <a:close/>
                <a:moveTo>
                  <a:pt x="5043664" y="2057289"/>
                </a:moveTo>
                <a:lnTo>
                  <a:pt x="4572421" y="2528513"/>
                </a:lnTo>
                <a:lnTo>
                  <a:pt x="4572421" y="2584480"/>
                </a:lnTo>
                <a:lnTo>
                  <a:pt x="5043664" y="3055715"/>
                </a:lnTo>
                <a:lnTo>
                  <a:pt x="5512404" y="2586968"/>
                </a:lnTo>
                <a:lnTo>
                  <a:pt x="5512404" y="2526024"/>
                </a:lnTo>
                <a:close/>
                <a:moveTo>
                  <a:pt x="10297053" y="2057288"/>
                </a:moveTo>
                <a:lnTo>
                  <a:pt x="9826454" y="2527875"/>
                </a:lnTo>
                <a:lnTo>
                  <a:pt x="9826454" y="2585115"/>
                </a:lnTo>
                <a:lnTo>
                  <a:pt x="10297052" y="3055713"/>
                </a:lnTo>
                <a:lnTo>
                  <a:pt x="10766437" y="2586328"/>
                </a:lnTo>
                <a:lnTo>
                  <a:pt x="10766437" y="2526660"/>
                </a:lnTo>
                <a:close/>
                <a:moveTo>
                  <a:pt x="9246373" y="2057288"/>
                </a:moveTo>
                <a:lnTo>
                  <a:pt x="8775646" y="2528002"/>
                </a:lnTo>
                <a:lnTo>
                  <a:pt x="8775646" y="2584986"/>
                </a:lnTo>
                <a:lnTo>
                  <a:pt x="9246373" y="3055713"/>
                </a:lnTo>
                <a:lnTo>
                  <a:pt x="9715629" y="2586457"/>
                </a:lnTo>
                <a:lnTo>
                  <a:pt x="9715629" y="2526532"/>
                </a:lnTo>
                <a:close/>
                <a:moveTo>
                  <a:pt x="8195690" y="2057288"/>
                </a:moveTo>
                <a:lnTo>
                  <a:pt x="7724838" y="2528128"/>
                </a:lnTo>
                <a:lnTo>
                  <a:pt x="7724838" y="2584864"/>
                </a:lnTo>
                <a:lnTo>
                  <a:pt x="8195689" y="3055714"/>
                </a:lnTo>
                <a:lnTo>
                  <a:pt x="8664821" y="2586582"/>
                </a:lnTo>
                <a:lnTo>
                  <a:pt x="8664821" y="2526406"/>
                </a:lnTo>
                <a:close/>
                <a:moveTo>
                  <a:pt x="6094328" y="2057287"/>
                </a:moveTo>
                <a:lnTo>
                  <a:pt x="5623228" y="2528386"/>
                </a:lnTo>
                <a:lnTo>
                  <a:pt x="5623228" y="2584606"/>
                </a:lnTo>
                <a:lnTo>
                  <a:pt x="6094325" y="3055714"/>
                </a:lnTo>
                <a:lnTo>
                  <a:pt x="6563205" y="2586835"/>
                </a:lnTo>
                <a:lnTo>
                  <a:pt x="6563205" y="2526153"/>
                </a:lnTo>
                <a:close/>
                <a:moveTo>
                  <a:pt x="11347736" y="2057286"/>
                </a:moveTo>
                <a:lnTo>
                  <a:pt x="10877262" y="2527747"/>
                </a:lnTo>
                <a:lnTo>
                  <a:pt x="10877262" y="2585241"/>
                </a:lnTo>
                <a:lnTo>
                  <a:pt x="11347734" y="3055713"/>
                </a:lnTo>
                <a:lnTo>
                  <a:pt x="11817249" y="2586199"/>
                </a:lnTo>
                <a:lnTo>
                  <a:pt x="11817249" y="2526787"/>
                </a:lnTo>
                <a:close/>
                <a:moveTo>
                  <a:pt x="258363" y="1973449"/>
                </a:moveTo>
                <a:lnTo>
                  <a:pt x="369188" y="1973449"/>
                </a:lnTo>
                <a:lnTo>
                  <a:pt x="369188" y="2084274"/>
                </a:lnTo>
                <a:lnTo>
                  <a:pt x="258363" y="2084274"/>
                </a:lnTo>
                <a:close/>
                <a:moveTo>
                  <a:pt x="2359980" y="1973449"/>
                </a:moveTo>
                <a:lnTo>
                  <a:pt x="2470805" y="1973449"/>
                </a:lnTo>
                <a:lnTo>
                  <a:pt x="2470805" y="2084274"/>
                </a:lnTo>
                <a:lnTo>
                  <a:pt x="2359980" y="2084274"/>
                </a:lnTo>
                <a:close/>
                <a:moveTo>
                  <a:pt x="1309171" y="1973449"/>
                </a:moveTo>
                <a:lnTo>
                  <a:pt x="1419995" y="1973449"/>
                </a:lnTo>
                <a:lnTo>
                  <a:pt x="1419995" y="2084274"/>
                </a:lnTo>
                <a:lnTo>
                  <a:pt x="1309171" y="2084274"/>
                </a:lnTo>
                <a:close/>
                <a:moveTo>
                  <a:pt x="4461591" y="1973448"/>
                </a:moveTo>
                <a:lnTo>
                  <a:pt x="4572416" y="1973448"/>
                </a:lnTo>
                <a:lnTo>
                  <a:pt x="4572416" y="2084273"/>
                </a:lnTo>
                <a:lnTo>
                  <a:pt x="4461591" y="2084273"/>
                </a:lnTo>
                <a:close/>
                <a:moveTo>
                  <a:pt x="3410788" y="1973448"/>
                </a:moveTo>
                <a:lnTo>
                  <a:pt x="3521614" y="1973448"/>
                </a:lnTo>
                <a:lnTo>
                  <a:pt x="3521614" y="2084273"/>
                </a:lnTo>
                <a:lnTo>
                  <a:pt x="3410788" y="2084273"/>
                </a:lnTo>
                <a:close/>
                <a:moveTo>
                  <a:pt x="6563205" y="1973448"/>
                </a:moveTo>
                <a:lnTo>
                  <a:pt x="6674030" y="1973448"/>
                </a:lnTo>
                <a:lnTo>
                  <a:pt x="6674030" y="2084273"/>
                </a:lnTo>
                <a:lnTo>
                  <a:pt x="6563205" y="2084273"/>
                </a:lnTo>
                <a:close/>
                <a:moveTo>
                  <a:pt x="5512399" y="1973448"/>
                </a:moveTo>
                <a:lnTo>
                  <a:pt x="5623224" y="1973448"/>
                </a:lnTo>
                <a:lnTo>
                  <a:pt x="5623224" y="2084273"/>
                </a:lnTo>
                <a:lnTo>
                  <a:pt x="5512399" y="2084273"/>
                </a:lnTo>
                <a:close/>
                <a:moveTo>
                  <a:pt x="7614013" y="1973448"/>
                </a:moveTo>
                <a:lnTo>
                  <a:pt x="7724838" y="1973448"/>
                </a:lnTo>
                <a:lnTo>
                  <a:pt x="7724838" y="2084273"/>
                </a:lnTo>
                <a:lnTo>
                  <a:pt x="7614013" y="2084273"/>
                </a:lnTo>
                <a:close/>
                <a:moveTo>
                  <a:pt x="9715629" y="1973448"/>
                </a:moveTo>
                <a:lnTo>
                  <a:pt x="9826454" y="1973448"/>
                </a:lnTo>
                <a:lnTo>
                  <a:pt x="9826454" y="2084273"/>
                </a:lnTo>
                <a:lnTo>
                  <a:pt x="9715629" y="2084273"/>
                </a:lnTo>
                <a:close/>
                <a:moveTo>
                  <a:pt x="8664821" y="1973448"/>
                </a:moveTo>
                <a:lnTo>
                  <a:pt x="8775646" y="1973448"/>
                </a:lnTo>
                <a:lnTo>
                  <a:pt x="8775646" y="2084273"/>
                </a:lnTo>
                <a:lnTo>
                  <a:pt x="8664821" y="2084273"/>
                </a:lnTo>
                <a:close/>
                <a:moveTo>
                  <a:pt x="11817249" y="1973448"/>
                </a:moveTo>
                <a:lnTo>
                  <a:pt x="11928074" y="1973448"/>
                </a:lnTo>
                <a:lnTo>
                  <a:pt x="11928074" y="2084273"/>
                </a:lnTo>
                <a:lnTo>
                  <a:pt x="11817249" y="2084273"/>
                </a:lnTo>
                <a:close/>
                <a:moveTo>
                  <a:pt x="10766437" y="1973448"/>
                </a:moveTo>
                <a:lnTo>
                  <a:pt x="10877262" y="1973448"/>
                </a:lnTo>
                <a:lnTo>
                  <a:pt x="10877262" y="2084273"/>
                </a:lnTo>
                <a:lnTo>
                  <a:pt x="10766437" y="2084273"/>
                </a:lnTo>
                <a:close/>
                <a:moveTo>
                  <a:pt x="3441643" y="1557959"/>
                </a:moveTo>
                <a:lnTo>
                  <a:pt x="2968431" y="2031169"/>
                </a:lnTo>
                <a:lnTo>
                  <a:pt x="3437348" y="2500070"/>
                </a:lnTo>
                <a:lnTo>
                  <a:pt x="3497959" y="2500070"/>
                </a:lnTo>
                <a:lnTo>
                  <a:pt x="3966865" y="2031168"/>
                </a:lnTo>
                <a:lnTo>
                  <a:pt x="3493665" y="1557959"/>
                </a:lnTo>
                <a:close/>
                <a:moveTo>
                  <a:pt x="2390961" y="1557959"/>
                </a:moveTo>
                <a:lnTo>
                  <a:pt x="1917745" y="2031169"/>
                </a:lnTo>
                <a:lnTo>
                  <a:pt x="2386665" y="2500070"/>
                </a:lnTo>
                <a:lnTo>
                  <a:pt x="2447277" y="2500070"/>
                </a:lnTo>
                <a:lnTo>
                  <a:pt x="2916189" y="2031169"/>
                </a:lnTo>
                <a:lnTo>
                  <a:pt x="2442980" y="1557959"/>
                </a:lnTo>
                <a:close/>
                <a:moveTo>
                  <a:pt x="1340273" y="1557959"/>
                </a:moveTo>
                <a:lnTo>
                  <a:pt x="867066" y="2031167"/>
                </a:lnTo>
                <a:lnTo>
                  <a:pt x="1335980" y="2500070"/>
                </a:lnTo>
                <a:lnTo>
                  <a:pt x="1396589" y="2500070"/>
                </a:lnTo>
                <a:lnTo>
                  <a:pt x="1865501" y="2031169"/>
                </a:lnTo>
                <a:lnTo>
                  <a:pt x="1392293" y="1557959"/>
                </a:lnTo>
                <a:close/>
                <a:moveTo>
                  <a:pt x="5542986" y="1557958"/>
                </a:moveTo>
                <a:lnTo>
                  <a:pt x="5069790" y="2031167"/>
                </a:lnTo>
                <a:lnTo>
                  <a:pt x="5538694" y="2500070"/>
                </a:lnTo>
                <a:lnTo>
                  <a:pt x="5599302" y="2500070"/>
                </a:lnTo>
                <a:lnTo>
                  <a:pt x="6068206" y="2031166"/>
                </a:lnTo>
                <a:lnTo>
                  <a:pt x="5595011" y="1557958"/>
                </a:lnTo>
                <a:close/>
                <a:moveTo>
                  <a:pt x="4492305" y="1557958"/>
                </a:moveTo>
                <a:lnTo>
                  <a:pt x="4019109" y="2031168"/>
                </a:lnTo>
                <a:lnTo>
                  <a:pt x="4488010" y="2500070"/>
                </a:lnTo>
                <a:lnTo>
                  <a:pt x="4548620" y="2500070"/>
                </a:lnTo>
                <a:lnTo>
                  <a:pt x="5017539" y="2031167"/>
                </a:lnTo>
                <a:lnTo>
                  <a:pt x="4544326" y="1557958"/>
                </a:lnTo>
                <a:close/>
                <a:moveTo>
                  <a:pt x="7644337" y="1557958"/>
                </a:moveTo>
                <a:lnTo>
                  <a:pt x="7171129" y="2031167"/>
                </a:lnTo>
                <a:lnTo>
                  <a:pt x="7640044" y="2500070"/>
                </a:lnTo>
                <a:lnTo>
                  <a:pt x="7700653" y="2500070"/>
                </a:lnTo>
                <a:lnTo>
                  <a:pt x="8169569" y="2031167"/>
                </a:lnTo>
                <a:lnTo>
                  <a:pt x="7696361" y="1557958"/>
                </a:lnTo>
                <a:close/>
                <a:moveTo>
                  <a:pt x="6593656" y="1557958"/>
                </a:moveTo>
                <a:lnTo>
                  <a:pt x="6120450" y="2031165"/>
                </a:lnTo>
                <a:lnTo>
                  <a:pt x="6589366" y="2500070"/>
                </a:lnTo>
                <a:lnTo>
                  <a:pt x="6649970" y="2500070"/>
                </a:lnTo>
                <a:lnTo>
                  <a:pt x="7118885" y="2031167"/>
                </a:lnTo>
                <a:lnTo>
                  <a:pt x="6645676" y="1557958"/>
                </a:lnTo>
                <a:close/>
                <a:moveTo>
                  <a:pt x="9745703" y="1557958"/>
                </a:moveTo>
                <a:lnTo>
                  <a:pt x="9272494" y="2031167"/>
                </a:lnTo>
                <a:lnTo>
                  <a:pt x="9741408" y="2500070"/>
                </a:lnTo>
                <a:lnTo>
                  <a:pt x="9802016" y="2500070"/>
                </a:lnTo>
                <a:lnTo>
                  <a:pt x="10270931" y="2031167"/>
                </a:lnTo>
                <a:lnTo>
                  <a:pt x="9797723" y="1557958"/>
                </a:lnTo>
                <a:close/>
                <a:moveTo>
                  <a:pt x="8695019" y="1557958"/>
                </a:moveTo>
                <a:lnTo>
                  <a:pt x="8221812" y="2031166"/>
                </a:lnTo>
                <a:lnTo>
                  <a:pt x="8690730" y="2500070"/>
                </a:lnTo>
                <a:lnTo>
                  <a:pt x="8751334" y="2500070"/>
                </a:lnTo>
                <a:lnTo>
                  <a:pt x="9220250" y="2031166"/>
                </a:lnTo>
                <a:lnTo>
                  <a:pt x="8747043" y="1557958"/>
                </a:lnTo>
                <a:close/>
                <a:moveTo>
                  <a:pt x="10796383" y="1557958"/>
                </a:moveTo>
                <a:lnTo>
                  <a:pt x="10323175" y="2031166"/>
                </a:lnTo>
                <a:lnTo>
                  <a:pt x="10792091" y="2500070"/>
                </a:lnTo>
                <a:lnTo>
                  <a:pt x="10852696" y="2500070"/>
                </a:lnTo>
                <a:lnTo>
                  <a:pt x="11321614" y="2031164"/>
                </a:lnTo>
                <a:lnTo>
                  <a:pt x="10848409" y="1557958"/>
                </a:lnTo>
                <a:close/>
                <a:moveTo>
                  <a:pt x="783781" y="1447135"/>
                </a:moveTo>
                <a:lnTo>
                  <a:pt x="894606" y="1447135"/>
                </a:lnTo>
                <a:lnTo>
                  <a:pt x="894606" y="1557959"/>
                </a:lnTo>
                <a:lnTo>
                  <a:pt x="783781" y="1557959"/>
                </a:lnTo>
                <a:close/>
                <a:moveTo>
                  <a:pt x="1834586" y="1447134"/>
                </a:moveTo>
                <a:lnTo>
                  <a:pt x="1945411" y="1447134"/>
                </a:lnTo>
                <a:lnTo>
                  <a:pt x="1945411" y="1557959"/>
                </a:lnTo>
                <a:lnTo>
                  <a:pt x="1834586" y="1557959"/>
                </a:lnTo>
                <a:close/>
                <a:moveTo>
                  <a:pt x="4987002" y="1447134"/>
                </a:moveTo>
                <a:lnTo>
                  <a:pt x="5097832" y="1447134"/>
                </a:lnTo>
                <a:lnTo>
                  <a:pt x="5097832" y="1557958"/>
                </a:lnTo>
                <a:lnTo>
                  <a:pt x="4987002" y="1557958"/>
                </a:lnTo>
                <a:close/>
                <a:moveTo>
                  <a:pt x="3936204" y="1447134"/>
                </a:moveTo>
                <a:lnTo>
                  <a:pt x="4047028" y="1447134"/>
                </a:lnTo>
                <a:lnTo>
                  <a:pt x="4047028" y="1557959"/>
                </a:lnTo>
                <a:lnTo>
                  <a:pt x="3936204" y="1557959"/>
                </a:lnTo>
                <a:close/>
                <a:moveTo>
                  <a:pt x="2885398" y="1447134"/>
                </a:moveTo>
                <a:lnTo>
                  <a:pt x="2996224" y="1447134"/>
                </a:lnTo>
                <a:lnTo>
                  <a:pt x="2996224" y="1557959"/>
                </a:lnTo>
                <a:lnTo>
                  <a:pt x="2885398" y="1557959"/>
                </a:lnTo>
                <a:close/>
                <a:moveTo>
                  <a:pt x="6037801" y="1447133"/>
                </a:moveTo>
                <a:lnTo>
                  <a:pt x="6148626" y="1447133"/>
                </a:lnTo>
                <a:lnTo>
                  <a:pt x="6148626" y="1557958"/>
                </a:lnTo>
                <a:lnTo>
                  <a:pt x="6037801" y="1557958"/>
                </a:lnTo>
                <a:close/>
                <a:moveTo>
                  <a:pt x="9190225" y="1447133"/>
                </a:moveTo>
                <a:lnTo>
                  <a:pt x="9301050" y="1447133"/>
                </a:lnTo>
                <a:lnTo>
                  <a:pt x="9301050" y="1557958"/>
                </a:lnTo>
                <a:lnTo>
                  <a:pt x="9190225" y="1557958"/>
                </a:lnTo>
                <a:close/>
                <a:moveTo>
                  <a:pt x="8139417" y="1447133"/>
                </a:moveTo>
                <a:lnTo>
                  <a:pt x="8250242" y="1447133"/>
                </a:lnTo>
                <a:lnTo>
                  <a:pt x="8250242" y="1557958"/>
                </a:lnTo>
                <a:lnTo>
                  <a:pt x="8139417" y="1557958"/>
                </a:lnTo>
                <a:close/>
                <a:moveTo>
                  <a:pt x="7088609" y="1447133"/>
                </a:moveTo>
                <a:lnTo>
                  <a:pt x="7199434" y="1447133"/>
                </a:lnTo>
                <a:lnTo>
                  <a:pt x="7199434" y="1557958"/>
                </a:lnTo>
                <a:lnTo>
                  <a:pt x="7088609" y="1557958"/>
                </a:lnTo>
                <a:close/>
                <a:moveTo>
                  <a:pt x="10241033" y="1447133"/>
                </a:moveTo>
                <a:lnTo>
                  <a:pt x="10351858" y="1447133"/>
                </a:lnTo>
                <a:lnTo>
                  <a:pt x="10351858" y="1557957"/>
                </a:lnTo>
                <a:lnTo>
                  <a:pt x="10241033" y="1557957"/>
                </a:lnTo>
                <a:close/>
                <a:moveTo>
                  <a:pt x="11291841" y="1447133"/>
                </a:moveTo>
                <a:lnTo>
                  <a:pt x="11402666" y="1447133"/>
                </a:lnTo>
                <a:lnTo>
                  <a:pt x="11402666" y="1557957"/>
                </a:lnTo>
                <a:lnTo>
                  <a:pt x="11291841" y="1557957"/>
                </a:lnTo>
                <a:close/>
                <a:moveTo>
                  <a:pt x="2942310" y="1006607"/>
                </a:moveTo>
                <a:lnTo>
                  <a:pt x="2470820" y="1478100"/>
                </a:lnTo>
                <a:lnTo>
                  <a:pt x="2470820" y="1533556"/>
                </a:lnTo>
                <a:lnTo>
                  <a:pt x="2942310" y="2005047"/>
                </a:lnTo>
                <a:lnTo>
                  <a:pt x="3410804" y="1536556"/>
                </a:lnTo>
                <a:lnTo>
                  <a:pt x="3410804" y="1475099"/>
                </a:lnTo>
                <a:close/>
                <a:moveTo>
                  <a:pt x="1891623" y="1006607"/>
                </a:moveTo>
                <a:lnTo>
                  <a:pt x="1420008" y="1478224"/>
                </a:lnTo>
                <a:lnTo>
                  <a:pt x="1420008" y="1533431"/>
                </a:lnTo>
                <a:lnTo>
                  <a:pt x="1891623" y="2005047"/>
                </a:lnTo>
                <a:lnTo>
                  <a:pt x="2359996" y="1536681"/>
                </a:lnTo>
                <a:lnTo>
                  <a:pt x="2359996" y="1474975"/>
                </a:lnTo>
                <a:close/>
                <a:moveTo>
                  <a:pt x="840943" y="1006607"/>
                </a:moveTo>
                <a:lnTo>
                  <a:pt x="369202" y="1478351"/>
                </a:lnTo>
                <a:lnTo>
                  <a:pt x="369202" y="1533303"/>
                </a:lnTo>
                <a:lnTo>
                  <a:pt x="840944" y="2005046"/>
                </a:lnTo>
                <a:lnTo>
                  <a:pt x="1309184" y="1536806"/>
                </a:lnTo>
                <a:lnTo>
                  <a:pt x="1309184" y="1474850"/>
                </a:lnTo>
                <a:close/>
                <a:moveTo>
                  <a:pt x="3992987" y="1006606"/>
                </a:moveTo>
                <a:lnTo>
                  <a:pt x="3521631" y="1477974"/>
                </a:lnTo>
                <a:lnTo>
                  <a:pt x="3521631" y="1533680"/>
                </a:lnTo>
                <a:lnTo>
                  <a:pt x="3992986" y="2005046"/>
                </a:lnTo>
                <a:lnTo>
                  <a:pt x="4461598" y="1536423"/>
                </a:lnTo>
                <a:lnTo>
                  <a:pt x="4461598" y="1475230"/>
                </a:lnTo>
                <a:close/>
                <a:moveTo>
                  <a:pt x="6094326" y="1006605"/>
                </a:moveTo>
                <a:lnTo>
                  <a:pt x="5623230" y="1477714"/>
                </a:lnTo>
                <a:lnTo>
                  <a:pt x="5623230" y="1533934"/>
                </a:lnTo>
                <a:lnTo>
                  <a:pt x="6094328" y="2005044"/>
                </a:lnTo>
                <a:lnTo>
                  <a:pt x="6563205" y="1536166"/>
                </a:lnTo>
                <a:lnTo>
                  <a:pt x="6563205" y="1475487"/>
                </a:lnTo>
                <a:close/>
                <a:moveTo>
                  <a:pt x="9246371" y="1006604"/>
                </a:moveTo>
                <a:lnTo>
                  <a:pt x="8775646" y="1477332"/>
                </a:lnTo>
                <a:lnTo>
                  <a:pt x="8775646" y="1534319"/>
                </a:lnTo>
                <a:lnTo>
                  <a:pt x="9246371" y="2005045"/>
                </a:lnTo>
                <a:lnTo>
                  <a:pt x="9715629" y="1535786"/>
                </a:lnTo>
                <a:lnTo>
                  <a:pt x="9715629" y="1475864"/>
                </a:lnTo>
                <a:close/>
                <a:moveTo>
                  <a:pt x="5043669" y="1006604"/>
                </a:moveTo>
                <a:lnTo>
                  <a:pt x="4572422" y="1477843"/>
                </a:lnTo>
                <a:lnTo>
                  <a:pt x="4572422" y="1533811"/>
                </a:lnTo>
                <a:lnTo>
                  <a:pt x="5043664" y="2005045"/>
                </a:lnTo>
                <a:lnTo>
                  <a:pt x="5512407" y="1536296"/>
                </a:lnTo>
                <a:lnTo>
                  <a:pt x="5512407" y="1475351"/>
                </a:lnTo>
                <a:close/>
                <a:moveTo>
                  <a:pt x="11347735" y="1006604"/>
                </a:moveTo>
                <a:lnTo>
                  <a:pt x="10877262" y="1477079"/>
                </a:lnTo>
                <a:lnTo>
                  <a:pt x="10877262" y="1534567"/>
                </a:lnTo>
                <a:lnTo>
                  <a:pt x="11347736" y="2005041"/>
                </a:lnTo>
                <a:lnTo>
                  <a:pt x="11817249" y="1535528"/>
                </a:lnTo>
                <a:lnTo>
                  <a:pt x="11817249" y="1476120"/>
                </a:lnTo>
                <a:close/>
                <a:moveTo>
                  <a:pt x="8195690" y="1006604"/>
                </a:moveTo>
                <a:lnTo>
                  <a:pt x="7724838" y="1477458"/>
                </a:lnTo>
                <a:lnTo>
                  <a:pt x="7724838" y="1534191"/>
                </a:lnTo>
                <a:lnTo>
                  <a:pt x="8195691" y="2005044"/>
                </a:lnTo>
                <a:lnTo>
                  <a:pt x="8664821" y="1535914"/>
                </a:lnTo>
                <a:lnTo>
                  <a:pt x="8664821" y="1475736"/>
                </a:lnTo>
                <a:close/>
                <a:moveTo>
                  <a:pt x="7145009" y="1006604"/>
                </a:moveTo>
                <a:lnTo>
                  <a:pt x="6674030" y="1477584"/>
                </a:lnTo>
                <a:lnTo>
                  <a:pt x="6674030" y="1534069"/>
                </a:lnTo>
                <a:lnTo>
                  <a:pt x="7145007" y="2005046"/>
                </a:lnTo>
                <a:lnTo>
                  <a:pt x="7614013" y="1536039"/>
                </a:lnTo>
                <a:lnTo>
                  <a:pt x="7614013" y="1475610"/>
                </a:lnTo>
                <a:close/>
                <a:moveTo>
                  <a:pt x="10297056" y="1006603"/>
                </a:moveTo>
                <a:lnTo>
                  <a:pt x="9826454" y="1477207"/>
                </a:lnTo>
                <a:lnTo>
                  <a:pt x="9826454" y="1534445"/>
                </a:lnTo>
                <a:lnTo>
                  <a:pt x="10297053" y="2005045"/>
                </a:lnTo>
                <a:lnTo>
                  <a:pt x="10766437" y="1535660"/>
                </a:lnTo>
                <a:lnTo>
                  <a:pt x="10766437" y="1475986"/>
                </a:lnTo>
                <a:close/>
                <a:moveTo>
                  <a:pt x="258361" y="922634"/>
                </a:moveTo>
                <a:lnTo>
                  <a:pt x="369186" y="922634"/>
                </a:lnTo>
                <a:lnTo>
                  <a:pt x="369186" y="1033459"/>
                </a:lnTo>
                <a:lnTo>
                  <a:pt x="258361" y="1033459"/>
                </a:lnTo>
                <a:close/>
                <a:moveTo>
                  <a:pt x="2359977" y="922633"/>
                </a:moveTo>
                <a:lnTo>
                  <a:pt x="2470802" y="922633"/>
                </a:lnTo>
                <a:lnTo>
                  <a:pt x="2470802" y="1033458"/>
                </a:lnTo>
                <a:lnTo>
                  <a:pt x="2359977" y="1033458"/>
                </a:lnTo>
                <a:close/>
                <a:moveTo>
                  <a:pt x="1309169" y="922633"/>
                </a:moveTo>
                <a:lnTo>
                  <a:pt x="1419993" y="922633"/>
                </a:lnTo>
                <a:lnTo>
                  <a:pt x="1419993" y="1033458"/>
                </a:lnTo>
                <a:lnTo>
                  <a:pt x="1309169" y="1033458"/>
                </a:lnTo>
                <a:close/>
                <a:moveTo>
                  <a:pt x="5512398" y="922633"/>
                </a:moveTo>
                <a:lnTo>
                  <a:pt x="5623223" y="922633"/>
                </a:lnTo>
                <a:lnTo>
                  <a:pt x="5623223" y="1033458"/>
                </a:lnTo>
                <a:lnTo>
                  <a:pt x="5512398" y="1033458"/>
                </a:lnTo>
                <a:close/>
                <a:moveTo>
                  <a:pt x="4461591" y="922633"/>
                </a:moveTo>
                <a:lnTo>
                  <a:pt x="4572415" y="922633"/>
                </a:lnTo>
                <a:lnTo>
                  <a:pt x="4572415" y="1033458"/>
                </a:lnTo>
                <a:lnTo>
                  <a:pt x="4461591" y="1033458"/>
                </a:lnTo>
                <a:close/>
                <a:moveTo>
                  <a:pt x="3410785" y="922633"/>
                </a:moveTo>
                <a:lnTo>
                  <a:pt x="3521610" y="922633"/>
                </a:lnTo>
                <a:lnTo>
                  <a:pt x="3521610" y="1033458"/>
                </a:lnTo>
                <a:lnTo>
                  <a:pt x="3410785" y="1033458"/>
                </a:lnTo>
                <a:close/>
                <a:moveTo>
                  <a:pt x="7614013" y="922633"/>
                </a:moveTo>
                <a:lnTo>
                  <a:pt x="7724838" y="922633"/>
                </a:lnTo>
                <a:lnTo>
                  <a:pt x="7724838" y="1033458"/>
                </a:lnTo>
                <a:lnTo>
                  <a:pt x="7614013" y="1033458"/>
                </a:lnTo>
                <a:close/>
                <a:moveTo>
                  <a:pt x="6563205" y="922633"/>
                </a:moveTo>
                <a:lnTo>
                  <a:pt x="6674030" y="922633"/>
                </a:lnTo>
                <a:lnTo>
                  <a:pt x="6674030" y="1033458"/>
                </a:lnTo>
                <a:lnTo>
                  <a:pt x="6563205" y="1033458"/>
                </a:lnTo>
                <a:close/>
                <a:moveTo>
                  <a:pt x="10766437" y="922633"/>
                </a:moveTo>
                <a:lnTo>
                  <a:pt x="10877262" y="922633"/>
                </a:lnTo>
                <a:lnTo>
                  <a:pt x="10877262" y="1033458"/>
                </a:lnTo>
                <a:lnTo>
                  <a:pt x="10766437" y="1033458"/>
                </a:lnTo>
                <a:close/>
                <a:moveTo>
                  <a:pt x="9715629" y="922633"/>
                </a:moveTo>
                <a:lnTo>
                  <a:pt x="9826454" y="922633"/>
                </a:lnTo>
                <a:lnTo>
                  <a:pt x="9826454" y="1033458"/>
                </a:lnTo>
                <a:lnTo>
                  <a:pt x="9715629" y="1033458"/>
                </a:lnTo>
                <a:close/>
                <a:moveTo>
                  <a:pt x="8664821" y="922633"/>
                </a:moveTo>
                <a:lnTo>
                  <a:pt x="8775646" y="922633"/>
                </a:lnTo>
                <a:lnTo>
                  <a:pt x="8775646" y="1033458"/>
                </a:lnTo>
                <a:lnTo>
                  <a:pt x="8664821" y="1033458"/>
                </a:lnTo>
                <a:close/>
                <a:moveTo>
                  <a:pt x="11817249" y="922633"/>
                </a:moveTo>
                <a:lnTo>
                  <a:pt x="11928074" y="922633"/>
                </a:lnTo>
                <a:lnTo>
                  <a:pt x="11928074" y="1033458"/>
                </a:lnTo>
                <a:lnTo>
                  <a:pt x="11817249" y="1033458"/>
                </a:lnTo>
                <a:close/>
                <a:moveTo>
                  <a:pt x="1337485" y="510062"/>
                </a:moveTo>
                <a:lnTo>
                  <a:pt x="867065" y="980486"/>
                </a:lnTo>
                <a:lnTo>
                  <a:pt x="1333712" y="1447134"/>
                </a:lnTo>
                <a:lnTo>
                  <a:pt x="1398855" y="1447134"/>
                </a:lnTo>
                <a:lnTo>
                  <a:pt x="1865501" y="980486"/>
                </a:lnTo>
                <a:lnTo>
                  <a:pt x="1395081" y="510062"/>
                </a:lnTo>
                <a:close/>
                <a:moveTo>
                  <a:pt x="2388173" y="510062"/>
                </a:moveTo>
                <a:lnTo>
                  <a:pt x="1917745" y="980486"/>
                </a:lnTo>
                <a:lnTo>
                  <a:pt x="2384399" y="1447134"/>
                </a:lnTo>
                <a:lnTo>
                  <a:pt x="2449542" y="1447134"/>
                </a:lnTo>
                <a:lnTo>
                  <a:pt x="2916189" y="980486"/>
                </a:lnTo>
                <a:lnTo>
                  <a:pt x="2445767" y="510062"/>
                </a:lnTo>
                <a:close/>
                <a:moveTo>
                  <a:pt x="3438856" y="510062"/>
                </a:moveTo>
                <a:lnTo>
                  <a:pt x="2968432" y="980486"/>
                </a:lnTo>
                <a:lnTo>
                  <a:pt x="3435083" y="1447134"/>
                </a:lnTo>
                <a:lnTo>
                  <a:pt x="3500228" y="1447134"/>
                </a:lnTo>
                <a:lnTo>
                  <a:pt x="3966865" y="980485"/>
                </a:lnTo>
                <a:lnTo>
                  <a:pt x="3496454" y="510062"/>
                </a:lnTo>
                <a:close/>
                <a:moveTo>
                  <a:pt x="4489518" y="510062"/>
                </a:moveTo>
                <a:lnTo>
                  <a:pt x="4019109" y="980485"/>
                </a:lnTo>
                <a:lnTo>
                  <a:pt x="4485744" y="1447134"/>
                </a:lnTo>
                <a:lnTo>
                  <a:pt x="4550887" y="1447134"/>
                </a:lnTo>
                <a:lnTo>
                  <a:pt x="5017543" y="980483"/>
                </a:lnTo>
                <a:lnTo>
                  <a:pt x="4547118" y="510062"/>
                </a:lnTo>
                <a:close/>
                <a:moveTo>
                  <a:pt x="5540201" y="510062"/>
                </a:moveTo>
                <a:lnTo>
                  <a:pt x="5069792" y="980483"/>
                </a:lnTo>
                <a:lnTo>
                  <a:pt x="5536431" y="1447134"/>
                </a:lnTo>
                <a:lnTo>
                  <a:pt x="5601567" y="1447134"/>
                </a:lnTo>
                <a:lnTo>
                  <a:pt x="6068204" y="980484"/>
                </a:lnTo>
                <a:lnTo>
                  <a:pt x="5597797" y="510062"/>
                </a:lnTo>
                <a:close/>
                <a:moveTo>
                  <a:pt x="6590867" y="510062"/>
                </a:moveTo>
                <a:lnTo>
                  <a:pt x="6120447" y="980484"/>
                </a:lnTo>
                <a:lnTo>
                  <a:pt x="6587095" y="1447133"/>
                </a:lnTo>
                <a:lnTo>
                  <a:pt x="6652238" y="1447133"/>
                </a:lnTo>
                <a:lnTo>
                  <a:pt x="7118887" y="980483"/>
                </a:lnTo>
                <a:lnTo>
                  <a:pt x="6648468" y="510062"/>
                </a:lnTo>
                <a:close/>
                <a:moveTo>
                  <a:pt x="7641550" y="510061"/>
                </a:moveTo>
                <a:lnTo>
                  <a:pt x="7171131" y="980482"/>
                </a:lnTo>
                <a:lnTo>
                  <a:pt x="7637780" y="1447133"/>
                </a:lnTo>
                <a:lnTo>
                  <a:pt x="7702919" y="1447133"/>
                </a:lnTo>
                <a:lnTo>
                  <a:pt x="8169568" y="980483"/>
                </a:lnTo>
                <a:lnTo>
                  <a:pt x="7699149" y="510061"/>
                </a:lnTo>
                <a:close/>
                <a:moveTo>
                  <a:pt x="8692232" y="510061"/>
                </a:moveTo>
                <a:lnTo>
                  <a:pt x="8221811" y="980484"/>
                </a:lnTo>
                <a:lnTo>
                  <a:pt x="8688459" y="1447133"/>
                </a:lnTo>
                <a:lnTo>
                  <a:pt x="8753603" y="1447133"/>
                </a:lnTo>
                <a:lnTo>
                  <a:pt x="9220250" y="980484"/>
                </a:lnTo>
                <a:lnTo>
                  <a:pt x="8749829" y="510061"/>
                </a:lnTo>
                <a:close/>
                <a:moveTo>
                  <a:pt x="10793597" y="510061"/>
                </a:moveTo>
                <a:lnTo>
                  <a:pt x="10323178" y="980482"/>
                </a:lnTo>
                <a:lnTo>
                  <a:pt x="10789828" y="1447133"/>
                </a:lnTo>
                <a:lnTo>
                  <a:pt x="10854964" y="1447133"/>
                </a:lnTo>
                <a:lnTo>
                  <a:pt x="11321613" y="980483"/>
                </a:lnTo>
                <a:lnTo>
                  <a:pt x="10851193" y="510061"/>
                </a:lnTo>
                <a:close/>
                <a:moveTo>
                  <a:pt x="9742913" y="510061"/>
                </a:moveTo>
                <a:lnTo>
                  <a:pt x="9272493" y="980483"/>
                </a:lnTo>
                <a:lnTo>
                  <a:pt x="9739141" y="1447133"/>
                </a:lnTo>
                <a:lnTo>
                  <a:pt x="9804283" y="1447133"/>
                </a:lnTo>
                <a:lnTo>
                  <a:pt x="10270933" y="980481"/>
                </a:lnTo>
                <a:lnTo>
                  <a:pt x="9800515" y="510061"/>
                </a:lnTo>
                <a:close/>
                <a:moveTo>
                  <a:pt x="783785" y="399238"/>
                </a:moveTo>
                <a:lnTo>
                  <a:pt x="894609" y="399238"/>
                </a:lnTo>
                <a:lnTo>
                  <a:pt x="894609" y="510062"/>
                </a:lnTo>
                <a:lnTo>
                  <a:pt x="783785" y="510062"/>
                </a:lnTo>
                <a:close/>
                <a:moveTo>
                  <a:pt x="2885401" y="399237"/>
                </a:moveTo>
                <a:lnTo>
                  <a:pt x="2996227" y="399237"/>
                </a:lnTo>
                <a:lnTo>
                  <a:pt x="2996227" y="510062"/>
                </a:lnTo>
                <a:lnTo>
                  <a:pt x="2885401" y="510062"/>
                </a:lnTo>
                <a:close/>
                <a:moveTo>
                  <a:pt x="1834590" y="399237"/>
                </a:moveTo>
                <a:lnTo>
                  <a:pt x="1945415" y="399237"/>
                </a:lnTo>
                <a:lnTo>
                  <a:pt x="1945415" y="510062"/>
                </a:lnTo>
                <a:lnTo>
                  <a:pt x="1834590" y="510062"/>
                </a:lnTo>
                <a:close/>
                <a:moveTo>
                  <a:pt x="3936208" y="399237"/>
                </a:moveTo>
                <a:lnTo>
                  <a:pt x="4047032" y="399237"/>
                </a:lnTo>
                <a:lnTo>
                  <a:pt x="4047032" y="510062"/>
                </a:lnTo>
                <a:lnTo>
                  <a:pt x="3936208" y="510062"/>
                </a:lnTo>
                <a:close/>
                <a:moveTo>
                  <a:pt x="4987004" y="399237"/>
                </a:moveTo>
                <a:lnTo>
                  <a:pt x="5097834" y="399237"/>
                </a:lnTo>
                <a:lnTo>
                  <a:pt x="5097834" y="510062"/>
                </a:lnTo>
                <a:lnTo>
                  <a:pt x="4987004" y="510062"/>
                </a:lnTo>
                <a:close/>
                <a:moveTo>
                  <a:pt x="6037802" y="399237"/>
                </a:moveTo>
                <a:lnTo>
                  <a:pt x="6148626" y="399237"/>
                </a:lnTo>
                <a:lnTo>
                  <a:pt x="6148626" y="510062"/>
                </a:lnTo>
                <a:lnTo>
                  <a:pt x="6037802" y="510062"/>
                </a:lnTo>
                <a:close/>
                <a:moveTo>
                  <a:pt x="7088609" y="399237"/>
                </a:moveTo>
                <a:lnTo>
                  <a:pt x="7199434" y="399237"/>
                </a:lnTo>
                <a:lnTo>
                  <a:pt x="7199434" y="510061"/>
                </a:lnTo>
                <a:lnTo>
                  <a:pt x="7088609" y="510061"/>
                </a:lnTo>
                <a:close/>
                <a:moveTo>
                  <a:pt x="8139417" y="399237"/>
                </a:moveTo>
                <a:lnTo>
                  <a:pt x="8250242" y="399237"/>
                </a:lnTo>
                <a:lnTo>
                  <a:pt x="8250242" y="510061"/>
                </a:lnTo>
                <a:lnTo>
                  <a:pt x="8139417" y="510061"/>
                </a:lnTo>
                <a:close/>
                <a:moveTo>
                  <a:pt x="9190225" y="399236"/>
                </a:moveTo>
                <a:lnTo>
                  <a:pt x="9301050" y="399236"/>
                </a:lnTo>
                <a:lnTo>
                  <a:pt x="9301050" y="510061"/>
                </a:lnTo>
                <a:lnTo>
                  <a:pt x="9190225" y="510061"/>
                </a:lnTo>
                <a:close/>
                <a:moveTo>
                  <a:pt x="10241033" y="399236"/>
                </a:moveTo>
                <a:lnTo>
                  <a:pt x="10351858" y="399236"/>
                </a:lnTo>
                <a:lnTo>
                  <a:pt x="10351858" y="510061"/>
                </a:lnTo>
                <a:lnTo>
                  <a:pt x="10241033" y="510061"/>
                </a:lnTo>
                <a:close/>
                <a:moveTo>
                  <a:pt x="11291841" y="399236"/>
                </a:moveTo>
                <a:lnTo>
                  <a:pt x="11402666" y="399236"/>
                </a:lnTo>
                <a:lnTo>
                  <a:pt x="11402666" y="510061"/>
                </a:lnTo>
                <a:lnTo>
                  <a:pt x="11291841" y="510061"/>
                </a:lnTo>
                <a:close/>
                <a:moveTo>
                  <a:pt x="6138405" y="0"/>
                </a:moveTo>
                <a:lnTo>
                  <a:pt x="6190649" y="0"/>
                </a:lnTo>
                <a:lnTo>
                  <a:pt x="6589887" y="399237"/>
                </a:lnTo>
                <a:lnTo>
                  <a:pt x="6649449" y="399237"/>
                </a:lnTo>
                <a:lnTo>
                  <a:pt x="7048684" y="2"/>
                </a:lnTo>
                <a:lnTo>
                  <a:pt x="7100928" y="2"/>
                </a:lnTo>
                <a:lnTo>
                  <a:pt x="6674030" y="426899"/>
                </a:lnTo>
                <a:lnTo>
                  <a:pt x="6674030" y="483379"/>
                </a:lnTo>
                <a:lnTo>
                  <a:pt x="7145009" y="954361"/>
                </a:lnTo>
                <a:lnTo>
                  <a:pt x="7614013" y="485355"/>
                </a:lnTo>
                <a:lnTo>
                  <a:pt x="7614013" y="424926"/>
                </a:lnTo>
                <a:lnTo>
                  <a:pt x="7189086" y="0"/>
                </a:lnTo>
                <a:lnTo>
                  <a:pt x="7241329" y="0"/>
                </a:lnTo>
                <a:lnTo>
                  <a:pt x="7640566" y="399237"/>
                </a:lnTo>
                <a:lnTo>
                  <a:pt x="7700131" y="399237"/>
                </a:lnTo>
                <a:lnTo>
                  <a:pt x="8099367" y="1"/>
                </a:lnTo>
                <a:lnTo>
                  <a:pt x="8151611" y="1"/>
                </a:lnTo>
                <a:lnTo>
                  <a:pt x="7724838" y="426774"/>
                </a:lnTo>
                <a:lnTo>
                  <a:pt x="7724838" y="483508"/>
                </a:lnTo>
                <a:lnTo>
                  <a:pt x="8195689" y="954363"/>
                </a:lnTo>
                <a:lnTo>
                  <a:pt x="8664821" y="485229"/>
                </a:lnTo>
                <a:lnTo>
                  <a:pt x="8664821" y="425053"/>
                </a:lnTo>
                <a:lnTo>
                  <a:pt x="8239767" y="0"/>
                </a:lnTo>
                <a:lnTo>
                  <a:pt x="8292011" y="0"/>
                </a:lnTo>
                <a:lnTo>
                  <a:pt x="8691248" y="399236"/>
                </a:lnTo>
                <a:lnTo>
                  <a:pt x="8750812" y="399236"/>
                </a:lnTo>
                <a:lnTo>
                  <a:pt x="9150049" y="1"/>
                </a:lnTo>
                <a:lnTo>
                  <a:pt x="9202293" y="1"/>
                </a:lnTo>
                <a:lnTo>
                  <a:pt x="8775646" y="426647"/>
                </a:lnTo>
                <a:lnTo>
                  <a:pt x="8775646" y="483635"/>
                </a:lnTo>
                <a:lnTo>
                  <a:pt x="9246372" y="954363"/>
                </a:lnTo>
                <a:lnTo>
                  <a:pt x="9715629" y="485103"/>
                </a:lnTo>
                <a:lnTo>
                  <a:pt x="9715629" y="425175"/>
                </a:lnTo>
                <a:lnTo>
                  <a:pt x="9290453" y="0"/>
                </a:lnTo>
                <a:lnTo>
                  <a:pt x="9342696" y="0"/>
                </a:lnTo>
                <a:lnTo>
                  <a:pt x="9741934" y="399236"/>
                </a:lnTo>
                <a:lnTo>
                  <a:pt x="9801496" y="399236"/>
                </a:lnTo>
                <a:lnTo>
                  <a:pt x="10200732" y="1"/>
                </a:lnTo>
                <a:lnTo>
                  <a:pt x="10252974" y="1"/>
                </a:lnTo>
                <a:lnTo>
                  <a:pt x="9826454" y="426520"/>
                </a:lnTo>
                <a:lnTo>
                  <a:pt x="9826454" y="483756"/>
                </a:lnTo>
                <a:lnTo>
                  <a:pt x="10297055" y="954360"/>
                </a:lnTo>
                <a:lnTo>
                  <a:pt x="10766437" y="484975"/>
                </a:lnTo>
                <a:lnTo>
                  <a:pt x="10766437" y="425305"/>
                </a:lnTo>
                <a:lnTo>
                  <a:pt x="10341131" y="0"/>
                </a:lnTo>
                <a:lnTo>
                  <a:pt x="10393375" y="0"/>
                </a:lnTo>
                <a:lnTo>
                  <a:pt x="10792612" y="399236"/>
                </a:lnTo>
                <a:lnTo>
                  <a:pt x="10852176" y="399236"/>
                </a:lnTo>
                <a:lnTo>
                  <a:pt x="11251411" y="3"/>
                </a:lnTo>
                <a:lnTo>
                  <a:pt x="11303657" y="3"/>
                </a:lnTo>
                <a:lnTo>
                  <a:pt x="10877262" y="426397"/>
                </a:lnTo>
                <a:lnTo>
                  <a:pt x="10877262" y="483887"/>
                </a:lnTo>
                <a:lnTo>
                  <a:pt x="11347735" y="954362"/>
                </a:lnTo>
                <a:lnTo>
                  <a:pt x="11817249" y="484846"/>
                </a:lnTo>
                <a:lnTo>
                  <a:pt x="11817249" y="425436"/>
                </a:lnTo>
                <a:lnTo>
                  <a:pt x="11391812" y="0"/>
                </a:lnTo>
                <a:lnTo>
                  <a:pt x="11444056" y="0"/>
                </a:lnTo>
                <a:lnTo>
                  <a:pt x="11843293" y="399236"/>
                </a:lnTo>
                <a:lnTo>
                  <a:pt x="11902859" y="399236"/>
                </a:lnTo>
                <a:lnTo>
                  <a:pt x="12191973" y="110123"/>
                </a:lnTo>
                <a:lnTo>
                  <a:pt x="12191973" y="162366"/>
                </a:lnTo>
                <a:lnTo>
                  <a:pt x="11928074" y="426265"/>
                </a:lnTo>
                <a:lnTo>
                  <a:pt x="11928074" y="484017"/>
                </a:lnTo>
                <a:lnTo>
                  <a:pt x="12191974" y="747926"/>
                </a:lnTo>
                <a:lnTo>
                  <a:pt x="12191974" y="800166"/>
                </a:lnTo>
                <a:lnTo>
                  <a:pt x="11901874" y="510061"/>
                </a:lnTo>
                <a:lnTo>
                  <a:pt x="11844278" y="510061"/>
                </a:lnTo>
                <a:lnTo>
                  <a:pt x="11373857" y="980483"/>
                </a:lnTo>
                <a:lnTo>
                  <a:pt x="11840505" y="1447132"/>
                </a:lnTo>
                <a:lnTo>
                  <a:pt x="11905645" y="1447132"/>
                </a:lnTo>
                <a:lnTo>
                  <a:pt x="12191976" y="1160803"/>
                </a:lnTo>
                <a:lnTo>
                  <a:pt x="12191976" y="1213046"/>
                </a:lnTo>
                <a:lnTo>
                  <a:pt x="11928074" y="1476947"/>
                </a:lnTo>
                <a:lnTo>
                  <a:pt x="11928074" y="1534702"/>
                </a:lnTo>
                <a:lnTo>
                  <a:pt x="12191975" y="1798604"/>
                </a:lnTo>
                <a:lnTo>
                  <a:pt x="12191975" y="1850847"/>
                </a:lnTo>
                <a:lnTo>
                  <a:pt x="11899087" y="1557957"/>
                </a:lnTo>
                <a:lnTo>
                  <a:pt x="11847063" y="1557957"/>
                </a:lnTo>
                <a:lnTo>
                  <a:pt x="11373858" y="2031163"/>
                </a:lnTo>
                <a:lnTo>
                  <a:pt x="11842778" y="2500070"/>
                </a:lnTo>
                <a:lnTo>
                  <a:pt x="11903378" y="2500070"/>
                </a:lnTo>
                <a:lnTo>
                  <a:pt x="12191975" y="2211473"/>
                </a:lnTo>
                <a:lnTo>
                  <a:pt x="12191974" y="2263716"/>
                </a:lnTo>
                <a:lnTo>
                  <a:pt x="11928074" y="2527616"/>
                </a:lnTo>
                <a:lnTo>
                  <a:pt x="11928074" y="2585366"/>
                </a:lnTo>
                <a:lnTo>
                  <a:pt x="12191978" y="2849270"/>
                </a:lnTo>
                <a:lnTo>
                  <a:pt x="12191977" y="2901515"/>
                </a:lnTo>
                <a:lnTo>
                  <a:pt x="11901357" y="2610895"/>
                </a:lnTo>
                <a:lnTo>
                  <a:pt x="11844795" y="2610895"/>
                </a:lnTo>
                <a:lnTo>
                  <a:pt x="11373856" y="3081835"/>
                </a:lnTo>
                <a:lnTo>
                  <a:pt x="11843230" y="3551209"/>
                </a:lnTo>
                <a:lnTo>
                  <a:pt x="11902922" y="3551209"/>
                </a:lnTo>
                <a:lnTo>
                  <a:pt x="12191974" y="3262156"/>
                </a:lnTo>
                <a:lnTo>
                  <a:pt x="12191974" y="3314400"/>
                </a:lnTo>
                <a:lnTo>
                  <a:pt x="11928074" y="3578299"/>
                </a:lnTo>
                <a:lnTo>
                  <a:pt x="11928074" y="3636053"/>
                </a:lnTo>
                <a:lnTo>
                  <a:pt x="12191975" y="3899954"/>
                </a:lnTo>
                <a:lnTo>
                  <a:pt x="12191975" y="3952198"/>
                </a:lnTo>
                <a:lnTo>
                  <a:pt x="11901811" y="3662034"/>
                </a:lnTo>
                <a:lnTo>
                  <a:pt x="11844339" y="3662034"/>
                </a:lnTo>
                <a:lnTo>
                  <a:pt x="11373856" y="4132518"/>
                </a:lnTo>
                <a:lnTo>
                  <a:pt x="11813331" y="4571992"/>
                </a:lnTo>
                <a:lnTo>
                  <a:pt x="11761089" y="4571991"/>
                </a:lnTo>
                <a:lnTo>
                  <a:pt x="11347736" y="4158638"/>
                </a:lnTo>
                <a:lnTo>
                  <a:pt x="10934382" y="4571992"/>
                </a:lnTo>
                <a:lnTo>
                  <a:pt x="10882138" y="4571992"/>
                </a:lnTo>
                <a:lnTo>
                  <a:pt x="11321614" y="4132516"/>
                </a:lnTo>
                <a:lnTo>
                  <a:pt x="10851132" y="3662034"/>
                </a:lnTo>
                <a:lnTo>
                  <a:pt x="10793656" y="3662034"/>
                </a:lnTo>
                <a:lnTo>
                  <a:pt x="10323175" y="4132515"/>
                </a:lnTo>
                <a:lnTo>
                  <a:pt x="10762651" y="4571991"/>
                </a:lnTo>
                <a:lnTo>
                  <a:pt x="10710406" y="4571992"/>
                </a:lnTo>
                <a:lnTo>
                  <a:pt x="10297052" y="4158638"/>
                </a:lnTo>
                <a:lnTo>
                  <a:pt x="9883699" y="4571992"/>
                </a:lnTo>
                <a:lnTo>
                  <a:pt x="9831456" y="4571992"/>
                </a:lnTo>
                <a:lnTo>
                  <a:pt x="10270931" y="4132517"/>
                </a:lnTo>
                <a:lnTo>
                  <a:pt x="9800448" y="3662034"/>
                </a:lnTo>
                <a:lnTo>
                  <a:pt x="9742974" y="3662034"/>
                </a:lnTo>
                <a:lnTo>
                  <a:pt x="9272491" y="4132517"/>
                </a:lnTo>
                <a:lnTo>
                  <a:pt x="9711968" y="4571993"/>
                </a:lnTo>
                <a:lnTo>
                  <a:pt x="9659723" y="4571993"/>
                </a:lnTo>
                <a:lnTo>
                  <a:pt x="9246369" y="4158639"/>
                </a:lnTo>
                <a:lnTo>
                  <a:pt x="8833016" y="4571992"/>
                </a:lnTo>
                <a:lnTo>
                  <a:pt x="8780772" y="4571992"/>
                </a:lnTo>
                <a:lnTo>
                  <a:pt x="9220247" y="4132517"/>
                </a:lnTo>
                <a:lnTo>
                  <a:pt x="8749764" y="3662034"/>
                </a:lnTo>
                <a:lnTo>
                  <a:pt x="8692294" y="3662034"/>
                </a:lnTo>
                <a:lnTo>
                  <a:pt x="8221812" y="4132516"/>
                </a:lnTo>
                <a:lnTo>
                  <a:pt x="8661288" y="4571992"/>
                </a:lnTo>
                <a:lnTo>
                  <a:pt x="8609042" y="4571992"/>
                </a:lnTo>
                <a:lnTo>
                  <a:pt x="8195689" y="4158639"/>
                </a:lnTo>
                <a:lnTo>
                  <a:pt x="7782334" y="4571994"/>
                </a:lnTo>
                <a:lnTo>
                  <a:pt x="7730092" y="4571994"/>
                </a:lnTo>
                <a:lnTo>
                  <a:pt x="8169568" y="4132518"/>
                </a:lnTo>
                <a:lnTo>
                  <a:pt x="7699085" y="3662034"/>
                </a:lnTo>
                <a:lnTo>
                  <a:pt x="7641614" y="3662034"/>
                </a:lnTo>
                <a:lnTo>
                  <a:pt x="7171129" y="4132518"/>
                </a:lnTo>
                <a:lnTo>
                  <a:pt x="7610604" y="4571993"/>
                </a:lnTo>
                <a:lnTo>
                  <a:pt x="7558360" y="4571993"/>
                </a:lnTo>
                <a:lnTo>
                  <a:pt x="7145007" y="4158640"/>
                </a:lnTo>
                <a:lnTo>
                  <a:pt x="6731655" y="4571993"/>
                </a:lnTo>
                <a:lnTo>
                  <a:pt x="6679410" y="4571993"/>
                </a:lnTo>
                <a:lnTo>
                  <a:pt x="7118885" y="4132518"/>
                </a:lnTo>
                <a:lnTo>
                  <a:pt x="6648402" y="3662034"/>
                </a:lnTo>
                <a:lnTo>
                  <a:pt x="6590932" y="3662034"/>
                </a:lnTo>
                <a:lnTo>
                  <a:pt x="6120448" y="4132519"/>
                </a:lnTo>
                <a:lnTo>
                  <a:pt x="6559922" y="4571993"/>
                </a:lnTo>
                <a:lnTo>
                  <a:pt x="6507678" y="4571993"/>
                </a:lnTo>
                <a:lnTo>
                  <a:pt x="6094326" y="4158641"/>
                </a:lnTo>
                <a:lnTo>
                  <a:pt x="5680985" y="4571992"/>
                </a:lnTo>
                <a:lnTo>
                  <a:pt x="5628744" y="4571992"/>
                </a:lnTo>
                <a:lnTo>
                  <a:pt x="6068205" y="4132519"/>
                </a:lnTo>
                <a:lnTo>
                  <a:pt x="5597731" y="3662034"/>
                </a:lnTo>
                <a:lnTo>
                  <a:pt x="5540263" y="3662034"/>
                </a:lnTo>
                <a:lnTo>
                  <a:pt x="5069789" y="4132518"/>
                </a:lnTo>
                <a:lnTo>
                  <a:pt x="5509253" y="4571993"/>
                </a:lnTo>
                <a:lnTo>
                  <a:pt x="5457012" y="4571993"/>
                </a:lnTo>
                <a:lnTo>
                  <a:pt x="5043664" y="4158640"/>
                </a:lnTo>
                <a:lnTo>
                  <a:pt x="4630303" y="4571992"/>
                </a:lnTo>
                <a:lnTo>
                  <a:pt x="4578059" y="4571992"/>
                </a:lnTo>
                <a:lnTo>
                  <a:pt x="5017539" y="4132518"/>
                </a:lnTo>
                <a:lnTo>
                  <a:pt x="4547049" y="3662034"/>
                </a:lnTo>
                <a:lnTo>
                  <a:pt x="4489581" y="3662034"/>
                </a:lnTo>
                <a:lnTo>
                  <a:pt x="4019108" y="4132519"/>
                </a:lnTo>
                <a:lnTo>
                  <a:pt x="4458568" y="4571993"/>
                </a:lnTo>
                <a:lnTo>
                  <a:pt x="4406323" y="4571993"/>
                </a:lnTo>
                <a:lnTo>
                  <a:pt x="3992985" y="4158641"/>
                </a:lnTo>
                <a:lnTo>
                  <a:pt x="3579645" y="4571992"/>
                </a:lnTo>
                <a:lnTo>
                  <a:pt x="3527403" y="4571992"/>
                </a:lnTo>
                <a:lnTo>
                  <a:pt x="3966864" y="4132520"/>
                </a:lnTo>
                <a:lnTo>
                  <a:pt x="3496388" y="3662034"/>
                </a:lnTo>
                <a:lnTo>
                  <a:pt x="3438920" y="3662034"/>
                </a:lnTo>
                <a:lnTo>
                  <a:pt x="2968432" y="4132519"/>
                </a:lnTo>
                <a:lnTo>
                  <a:pt x="3407908" y="4571992"/>
                </a:lnTo>
                <a:lnTo>
                  <a:pt x="3355663" y="4571992"/>
                </a:lnTo>
                <a:lnTo>
                  <a:pt x="2942311" y="4158641"/>
                </a:lnTo>
                <a:lnTo>
                  <a:pt x="2528961" y="4571991"/>
                </a:lnTo>
                <a:lnTo>
                  <a:pt x="2476717" y="4571991"/>
                </a:lnTo>
                <a:lnTo>
                  <a:pt x="2916189" y="4132519"/>
                </a:lnTo>
                <a:lnTo>
                  <a:pt x="2445706" y="3662034"/>
                </a:lnTo>
                <a:lnTo>
                  <a:pt x="2388237" y="3662034"/>
                </a:lnTo>
                <a:lnTo>
                  <a:pt x="1917745" y="4132520"/>
                </a:lnTo>
                <a:lnTo>
                  <a:pt x="2357225" y="4571992"/>
                </a:lnTo>
                <a:lnTo>
                  <a:pt x="2304981" y="4571993"/>
                </a:lnTo>
                <a:lnTo>
                  <a:pt x="1891623" y="4158642"/>
                </a:lnTo>
                <a:lnTo>
                  <a:pt x="1478275" y="4571991"/>
                </a:lnTo>
                <a:lnTo>
                  <a:pt x="1426031" y="4571991"/>
                </a:lnTo>
                <a:lnTo>
                  <a:pt x="1865501" y="4132520"/>
                </a:lnTo>
                <a:lnTo>
                  <a:pt x="1395017" y="3662034"/>
                </a:lnTo>
                <a:lnTo>
                  <a:pt x="1337551" y="3662034"/>
                </a:lnTo>
                <a:lnTo>
                  <a:pt x="867066" y="4132521"/>
                </a:lnTo>
                <a:lnTo>
                  <a:pt x="1306536" y="4571992"/>
                </a:lnTo>
                <a:lnTo>
                  <a:pt x="1254292" y="4571992"/>
                </a:lnTo>
                <a:lnTo>
                  <a:pt x="840944" y="4158643"/>
                </a:lnTo>
                <a:lnTo>
                  <a:pt x="427595" y="4571993"/>
                </a:lnTo>
                <a:lnTo>
                  <a:pt x="375351" y="4571993"/>
                </a:lnTo>
                <a:lnTo>
                  <a:pt x="814822" y="4132521"/>
                </a:lnTo>
                <a:lnTo>
                  <a:pt x="344336" y="3662034"/>
                </a:lnTo>
                <a:lnTo>
                  <a:pt x="286870" y="3662034"/>
                </a:lnTo>
                <a:lnTo>
                  <a:pt x="5" y="3948900"/>
                </a:lnTo>
                <a:lnTo>
                  <a:pt x="5" y="3896656"/>
                </a:lnTo>
                <a:lnTo>
                  <a:pt x="258369" y="3638291"/>
                </a:lnTo>
                <a:lnTo>
                  <a:pt x="258369" y="3576066"/>
                </a:lnTo>
                <a:lnTo>
                  <a:pt x="1" y="3317698"/>
                </a:lnTo>
                <a:lnTo>
                  <a:pt x="1" y="3265454"/>
                </a:lnTo>
                <a:lnTo>
                  <a:pt x="285756" y="3551209"/>
                </a:lnTo>
                <a:lnTo>
                  <a:pt x="345451" y="3551209"/>
                </a:lnTo>
                <a:lnTo>
                  <a:pt x="814822" y="3081838"/>
                </a:lnTo>
                <a:lnTo>
                  <a:pt x="343880" y="2610895"/>
                </a:lnTo>
                <a:lnTo>
                  <a:pt x="287328" y="2610895"/>
                </a:lnTo>
                <a:lnTo>
                  <a:pt x="6" y="2898217"/>
                </a:lnTo>
                <a:lnTo>
                  <a:pt x="6" y="2845973"/>
                </a:lnTo>
                <a:lnTo>
                  <a:pt x="258373" y="2587605"/>
                </a:lnTo>
                <a:lnTo>
                  <a:pt x="258373" y="2525388"/>
                </a:lnTo>
                <a:lnTo>
                  <a:pt x="1" y="2267015"/>
                </a:lnTo>
                <a:lnTo>
                  <a:pt x="0" y="2214770"/>
                </a:lnTo>
                <a:lnTo>
                  <a:pt x="285299" y="2500070"/>
                </a:lnTo>
                <a:lnTo>
                  <a:pt x="345909" y="2500070"/>
                </a:lnTo>
                <a:lnTo>
                  <a:pt x="814822" y="2031167"/>
                </a:lnTo>
                <a:lnTo>
                  <a:pt x="341616" y="1557959"/>
                </a:lnTo>
                <a:lnTo>
                  <a:pt x="289593" y="1557959"/>
                </a:lnTo>
                <a:lnTo>
                  <a:pt x="4" y="1847551"/>
                </a:lnTo>
                <a:lnTo>
                  <a:pt x="4" y="1795307"/>
                </a:lnTo>
                <a:lnTo>
                  <a:pt x="258377" y="1536932"/>
                </a:lnTo>
                <a:lnTo>
                  <a:pt x="258377" y="1474721"/>
                </a:lnTo>
                <a:lnTo>
                  <a:pt x="2" y="1216345"/>
                </a:lnTo>
                <a:lnTo>
                  <a:pt x="2" y="1164102"/>
                </a:lnTo>
                <a:lnTo>
                  <a:pt x="283034" y="1447135"/>
                </a:lnTo>
                <a:lnTo>
                  <a:pt x="348175" y="1447135"/>
                </a:lnTo>
                <a:lnTo>
                  <a:pt x="814821" y="980486"/>
                </a:lnTo>
                <a:lnTo>
                  <a:pt x="344401" y="510062"/>
                </a:lnTo>
                <a:lnTo>
                  <a:pt x="286805" y="510062"/>
                </a:lnTo>
                <a:lnTo>
                  <a:pt x="5" y="796868"/>
                </a:lnTo>
                <a:lnTo>
                  <a:pt x="5" y="744628"/>
                </a:lnTo>
                <a:lnTo>
                  <a:pt x="258382" y="486242"/>
                </a:lnTo>
                <a:lnTo>
                  <a:pt x="258382" y="424043"/>
                </a:lnTo>
                <a:lnTo>
                  <a:pt x="3" y="165664"/>
                </a:lnTo>
                <a:lnTo>
                  <a:pt x="3" y="113420"/>
                </a:lnTo>
                <a:lnTo>
                  <a:pt x="285820" y="399237"/>
                </a:lnTo>
                <a:lnTo>
                  <a:pt x="345386" y="399237"/>
                </a:lnTo>
                <a:lnTo>
                  <a:pt x="744622" y="2"/>
                </a:lnTo>
                <a:lnTo>
                  <a:pt x="796865" y="2"/>
                </a:lnTo>
                <a:lnTo>
                  <a:pt x="369206" y="427661"/>
                </a:lnTo>
                <a:lnTo>
                  <a:pt x="369206" y="482624"/>
                </a:lnTo>
                <a:lnTo>
                  <a:pt x="840943" y="954364"/>
                </a:lnTo>
                <a:lnTo>
                  <a:pt x="1309187" y="486116"/>
                </a:lnTo>
                <a:lnTo>
                  <a:pt x="1309187" y="424169"/>
                </a:lnTo>
                <a:lnTo>
                  <a:pt x="885019" y="0"/>
                </a:lnTo>
                <a:lnTo>
                  <a:pt x="937262" y="0"/>
                </a:lnTo>
                <a:lnTo>
                  <a:pt x="1336499" y="399237"/>
                </a:lnTo>
                <a:lnTo>
                  <a:pt x="1396066" y="399237"/>
                </a:lnTo>
                <a:lnTo>
                  <a:pt x="1795300" y="3"/>
                </a:lnTo>
                <a:lnTo>
                  <a:pt x="1847544" y="3"/>
                </a:lnTo>
                <a:lnTo>
                  <a:pt x="1420012" y="427535"/>
                </a:lnTo>
                <a:lnTo>
                  <a:pt x="1420012" y="482750"/>
                </a:lnTo>
                <a:lnTo>
                  <a:pt x="1891623" y="954365"/>
                </a:lnTo>
                <a:lnTo>
                  <a:pt x="2360001" y="485992"/>
                </a:lnTo>
                <a:lnTo>
                  <a:pt x="2360001" y="424295"/>
                </a:lnTo>
                <a:lnTo>
                  <a:pt x="1935698" y="0"/>
                </a:lnTo>
                <a:lnTo>
                  <a:pt x="1987943" y="0"/>
                </a:lnTo>
                <a:lnTo>
                  <a:pt x="2387187" y="399237"/>
                </a:lnTo>
                <a:lnTo>
                  <a:pt x="2446755" y="399237"/>
                </a:lnTo>
                <a:lnTo>
                  <a:pt x="2845991" y="2"/>
                </a:lnTo>
                <a:lnTo>
                  <a:pt x="2898236" y="2"/>
                </a:lnTo>
                <a:lnTo>
                  <a:pt x="2470825" y="427411"/>
                </a:lnTo>
                <a:lnTo>
                  <a:pt x="2470825" y="482875"/>
                </a:lnTo>
                <a:lnTo>
                  <a:pt x="2942310" y="954365"/>
                </a:lnTo>
                <a:lnTo>
                  <a:pt x="3410809" y="485866"/>
                </a:lnTo>
                <a:lnTo>
                  <a:pt x="3410809" y="424419"/>
                </a:lnTo>
                <a:lnTo>
                  <a:pt x="2986386" y="0"/>
                </a:lnTo>
                <a:lnTo>
                  <a:pt x="3038626" y="0"/>
                </a:lnTo>
                <a:lnTo>
                  <a:pt x="3437870" y="399237"/>
                </a:lnTo>
                <a:lnTo>
                  <a:pt x="3497441" y="399237"/>
                </a:lnTo>
                <a:lnTo>
                  <a:pt x="3896667" y="2"/>
                </a:lnTo>
                <a:lnTo>
                  <a:pt x="3948913" y="2"/>
                </a:lnTo>
                <a:lnTo>
                  <a:pt x="3521637" y="427285"/>
                </a:lnTo>
                <a:lnTo>
                  <a:pt x="3521637" y="483001"/>
                </a:lnTo>
                <a:lnTo>
                  <a:pt x="3992987" y="954364"/>
                </a:lnTo>
                <a:lnTo>
                  <a:pt x="4461599" y="485738"/>
                </a:lnTo>
                <a:lnTo>
                  <a:pt x="4461599" y="424543"/>
                </a:lnTo>
                <a:lnTo>
                  <a:pt x="4037068" y="1"/>
                </a:lnTo>
                <a:lnTo>
                  <a:pt x="4089312" y="1"/>
                </a:lnTo>
                <a:lnTo>
                  <a:pt x="4488534" y="399237"/>
                </a:lnTo>
                <a:lnTo>
                  <a:pt x="4548100" y="399237"/>
                </a:lnTo>
                <a:lnTo>
                  <a:pt x="4947332" y="4"/>
                </a:lnTo>
                <a:lnTo>
                  <a:pt x="4999581" y="4"/>
                </a:lnTo>
                <a:lnTo>
                  <a:pt x="4572422" y="427156"/>
                </a:lnTo>
                <a:lnTo>
                  <a:pt x="4572422" y="483126"/>
                </a:lnTo>
                <a:lnTo>
                  <a:pt x="5043667" y="954362"/>
                </a:lnTo>
                <a:lnTo>
                  <a:pt x="5512409" y="485609"/>
                </a:lnTo>
                <a:lnTo>
                  <a:pt x="5512409" y="424674"/>
                </a:lnTo>
                <a:lnTo>
                  <a:pt x="5087742" y="1"/>
                </a:lnTo>
                <a:lnTo>
                  <a:pt x="5139977" y="1"/>
                </a:lnTo>
                <a:lnTo>
                  <a:pt x="5539215" y="399237"/>
                </a:lnTo>
                <a:lnTo>
                  <a:pt x="5598781" y="399237"/>
                </a:lnTo>
                <a:lnTo>
                  <a:pt x="5998007" y="2"/>
                </a:lnTo>
                <a:lnTo>
                  <a:pt x="6050249" y="2"/>
                </a:lnTo>
                <a:lnTo>
                  <a:pt x="5623232" y="427030"/>
                </a:lnTo>
                <a:lnTo>
                  <a:pt x="5623232" y="483255"/>
                </a:lnTo>
                <a:lnTo>
                  <a:pt x="6094326" y="954363"/>
                </a:lnTo>
                <a:lnTo>
                  <a:pt x="6563205" y="485481"/>
                </a:lnTo>
                <a:lnTo>
                  <a:pt x="6563205" y="4247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135120"/>
      </p:ext>
    </p:extLst>
  </p:cSld>
  <p:clrMapOvr>
    <a:masterClrMapping/>
  </p:clrMapOvr>
  <p:transition spd="slow">
    <p:push dir="u"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621561"/>
      </p:ext>
    </p:extLst>
  </p:cSld>
  <p:clrMapOvr>
    <a:masterClrMapping/>
  </p:clrMapOvr>
  <p:transition spd="slow">
    <p:push dir="u"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24" y="8"/>
            <a:ext cx="12191978" cy="4571994"/>
          </a:xfrm>
          <a:custGeom>
            <a:avLst/>
            <a:gdLst/>
            <a:ahLst/>
            <a:cxnLst/>
            <a:rect l="l" t="t" r="r" b="b"/>
            <a:pathLst>
              <a:path w="12191978" h="4571994">
                <a:moveTo>
                  <a:pt x="1" y="4316129"/>
                </a:moveTo>
                <a:lnTo>
                  <a:pt x="255863" y="4571991"/>
                </a:lnTo>
                <a:lnTo>
                  <a:pt x="203619" y="4571991"/>
                </a:lnTo>
                <a:lnTo>
                  <a:pt x="1" y="4368373"/>
                </a:lnTo>
                <a:close/>
                <a:moveTo>
                  <a:pt x="12191973" y="4312831"/>
                </a:moveTo>
                <a:lnTo>
                  <a:pt x="12191972" y="4365076"/>
                </a:lnTo>
                <a:lnTo>
                  <a:pt x="11985055" y="4571992"/>
                </a:lnTo>
                <a:lnTo>
                  <a:pt x="11932811" y="4571993"/>
                </a:lnTo>
                <a:close/>
                <a:moveTo>
                  <a:pt x="11817249" y="4076816"/>
                </a:moveTo>
                <a:lnTo>
                  <a:pt x="11928074" y="4076816"/>
                </a:lnTo>
                <a:lnTo>
                  <a:pt x="11928074" y="4187641"/>
                </a:lnTo>
                <a:lnTo>
                  <a:pt x="11817249" y="4187641"/>
                </a:lnTo>
                <a:close/>
                <a:moveTo>
                  <a:pt x="10766437" y="4076816"/>
                </a:moveTo>
                <a:lnTo>
                  <a:pt x="10877262" y="4076816"/>
                </a:lnTo>
                <a:lnTo>
                  <a:pt x="10877262" y="4187641"/>
                </a:lnTo>
                <a:lnTo>
                  <a:pt x="10766437" y="4187641"/>
                </a:lnTo>
                <a:close/>
                <a:moveTo>
                  <a:pt x="9715629" y="4076816"/>
                </a:moveTo>
                <a:lnTo>
                  <a:pt x="9826454" y="4076816"/>
                </a:lnTo>
                <a:lnTo>
                  <a:pt x="9826454" y="4187641"/>
                </a:lnTo>
                <a:lnTo>
                  <a:pt x="9715629" y="4187641"/>
                </a:lnTo>
                <a:close/>
                <a:moveTo>
                  <a:pt x="8664821" y="4076816"/>
                </a:moveTo>
                <a:lnTo>
                  <a:pt x="8775646" y="4076816"/>
                </a:lnTo>
                <a:lnTo>
                  <a:pt x="8775646" y="4187641"/>
                </a:lnTo>
                <a:lnTo>
                  <a:pt x="8664821" y="4187641"/>
                </a:lnTo>
                <a:close/>
                <a:moveTo>
                  <a:pt x="7614013" y="4076816"/>
                </a:moveTo>
                <a:lnTo>
                  <a:pt x="7724838" y="4076816"/>
                </a:lnTo>
                <a:lnTo>
                  <a:pt x="7724838" y="4187641"/>
                </a:lnTo>
                <a:lnTo>
                  <a:pt x="7614013" y="4187641"/>
                </a:lnTo>
                <a:close/>
                <a:moveTo>
                  <a:pt x="6563205" y="4076816"/>
                </a:moveTo>
                <a:lnTo>
                  <a:pt x="6674030" y="4076816"/>
                </a:lnTo>
                <a:lnTo>
                  <a:pt x="6674030" y="4187641"/>
                </a:lnTo>
                <a:lnTo>
                  <a:pt x="6563205" y="4187641"/>
                </a:lnTo>
                <a:close/>
                <a:moveTo>
                  <a:pt x="5512397" y="4076816"/>
                </a:moveTo>
                <a:lnTo>
                  <a:pt x="5623222" y="4076816"/>
                </a:lnTo>
                <a:lnTo>
                  <a:pt x="5623222" y="4187641"/>
                </a:lnTo>
                <a:lnTo>
                  <a:pt x="5512397" y="4187641"/>
                </a:lnTo>
                <a:close/>
                <a:moveTo>
                  <a:pt x="4461589" y="4076816"/>
                </a:moveTo>
                <a:lnTo>
                  <a:pt x="4572414" y="4076816"/>
                </a:lnTo>
                <a:lnTo>
                  <a:pt x="4572414" y="4187641"/>
                </a:lnTo>
                <a:lnTo>
                  <a:pt x="4461589" y="4187641"/>
                </a:lnTo>
                <a:close/>
                <a:moveTo>
                  <a:pt x="3410782" y="4076816"/>
                </a:moveTo>
                <a:lnTo>
                  <a:pt x="3521608" y="4076816"/>
                </a:lnTo>
                <a:lnTo>
                  <a:pt x="3521608" y="4187641"/>
                </a:lnTo>
                <a:lnTo>
                  <a:pt x="3410782" y="4187641"/>
                </a:lnTo>
                <a:close/>
                <a:moveTo>
                  <a:pt x="2359975" y="4076816"/>
                </a:moveTo>
                <a:lnTo>
                  <a:pt x="2470800" y="4076816"/>
                </a:lnTo>
                <a:lnTo>
                  <a:pt x="2470800" y="4187641"/>
                </a:lnTo>
                <a:lnTo>
                  <a:pt x="2359975" y="4187641"/>
                </a:lnTo>
                <a:close/>
                <a:moveTo>
                  <a:pt x="1309167" y="4076816"/>
                </a:moveTo>
                <a:lnTo>
                  <a:pt x="1419992" y="4076816"/>
                </a:lnTo>
                <a:lnTo>
                  <a:pt x="1419992" y="4187641"/>
                </a:lnTo>
                <a:lnTo>
                  <a:pt x="1309167" y="4187641"/>
                </a:lnTo>
                <a:close/>
                <a:moveTo>
                  <a:pt x="258359" y="4076816"/>
                </a:moveTo>
                <a:lnTo>
                  <a:pt x="369184" y="4076816"/>
                </a:lnTo>
                <a:lnTo>
                  <a:pt x="369184" y="4187641"/>
                </a:lnTo>
                <a:lnTo>
                  <a:pt x="258359" y="4187641"/>
                </a:lnTo>
                <a:close/>
                <a:moveTo>
                  <a:pt x="11291841" y="3551209"/>
                </a:moveTo>
                <a:lnTo>
                  <a:pt x="11402666" y="3551209"/>
                </a:lnTo>
                <a:lnTo>
                  <a:pt x="11402666" y="3662034"/>
                </a:lnTo>
                <a:lnTo>
                  <a:pt x="11291841" y="3662034"/>
                </a:lnTo>
                <a:close/>
                <a:moveTo>
                  <a:pt x="10241033" y="3551209"/>
                </a:moveTo>
                <a:lnTo>
                  <a:pt x="10351858" y="3551209"/>
                </a:lnTo>
                <a:lnTo>
                  <a:pt x="10351858" y="3662034"/>
                </a:lnTo>
                <a:lnTo>
                  <a:pt x="10241033" y="3662034"/>
                </a:lnTo>
                <a:close/>
                <a:moveTo>
                  <a:pt x="9190225" y="3551209"/>
                </a:moveTo>
                <a:lnTo>
                  <a:pt x="9301050" y="3551209"/>
                </a:lnTo>
                <a:lnTo>
                  <a:pt x="9301050" y="3662034"/>
                </a:lnTo>
                <a:lnTo>
                  <a:pt x="9190225" y="3662034"/>
                </a:lnTo>
                <a:close/>
                <a:moveTo>
                  <a:pt x="8139417" y="3551209"/>
                </a:moveTo>
                <a:lnTo>
                  <a:pt x="8250242" y="3551209"/>
                </a:lnTo>
                <a:lnTo>
                  <a:pt x="8250242" y="3662034"/>
                </a:lnTo>
                <a:lnTo>
                  <a:pt x="8139417" y="3662034"/>
                </a:lnTo>
                <a:close/>
                <a:moveTo>
                  <a:pt x="7088609" y="3551209"/>
                </a:moveTo>
                <a:lnTo>
                  <a:pt x="7199434" y="3551209"/>
                </a:lnTo>
                <a:lnTo>
                  <a:pt x="7199434" y="3662034"/>
                </a:lnTo>
                <a:lnTo>
                  <a:pt x="7088609" y="3662034"/>
                </a:lnTo>
                <a:close/>
                <a:moveTo>
                  <a:pt x="6037801" y="3551209"/>
                </a:moveTo>
                <a:lnTo>
                  <a:pt x="6148626" y="3551209"/>
                </a:lnTo>
                <a:lnTo>
                  <a:pt x="6148626" y="3662034"/>
                </a:lnTo>
                <a:lnTo>
                  <a:pt x="6037801" y="3662034"/>
                </a:lnTo>
                <a:close/>
                <a:moveTo>
                  <a:pt x="4986998" y="3551209"/>
                </a:moveTo>
                <a:lnTo>
                  <a:pt x="5097826" y="3551209"/>
                </a:lnTo>
                <a:lnTo>
                  <a:pt x="5097826" y="3662034"/>
                </a:lnTo>
                <a:lnTo>
                  <a:pt x="4986998" y="3662034"/>
                </a:lnTo>
                <a:close/>
                <a:moveTo>
                  <a:pt x="3936196" y="3551209"/>
                </a:moveTo>
                <a:lnTo>
                  <a:pt x="4047020" y="3551209"/>
                </a:lnTo>
                <a:lnTo>
                  <a:pt x="4047020" y="3662034"/>
                </a:lnTo>
                <a:lnTo>
                  <a:pt x="3936196" y="3662034"/>
                </a:lnTo>
                <a:close/>
                <a:moveTo>
                  <a:pt x="2885389" y="3551209"/>
                </a:moveTo>
                <a:lnTo>
                  <a:pt x="2996214" y="3551209"/>
                </a:lnTo>
                <a:lnTo>
                  <a:pt x="2996214" y="3662034"/>
                </a:lnTo>
                <a:lnTo>
                  <a:pt x="2885389" y="3662034"/>
                </a:lnTo>
                <a:close/>
                <a:moveTo>
                  <a:pt x="1834579" y="3551209"/>
                </a:moveTo>
                <a:lnTo>
                  <a:pt x="1945404" y="3551209"/>
                </a:lnTo>
                <a:lnTo>
                  <a:pt x="1945404" y="3662034"/>
                </a:lnTo>
                <a:lnTo>
                  <a:pt x="1834579" y="3662034"/>
                </a:lnTo>
                <a:close/>
                <a:moveTo>
                  <a:pt x="783773" y="3551209"/>
                </a:moveTo>
                <a:lnTo>
                  <a:pt x="894598" y="3551209"/>
                </a:lnTo>
                <a:lnTo>
                  <a:pt x="894598" y="3662034"/>
                </a:lnTo>
                <a:lnTo>
                  <a:pt x="783773" y="3662034"/>
                </a:lnTo>
                <a:close/>
                <a:moveTo>
                  <a:pt x="2942310" y="3107960"/>
                </a:moveTo>
                <a:lnTo>
                  <a:pt x="2470811" y="3579460"/>
                </a:lnTo>
                <a:lnTo>
                  <a:pt x="2470811" y="3634896"/>
                </a:lnTo>
                <a:lnTo>
                  <a:pt x="2942311" y="4106397"/>
                </a:lnTo>
                <a:lnTo>
                  <a:pt x="3410794" y="3637915"/>
                </a:lnTo>
                <a:lnTo>
                  <a:pt x="3410794" y="3576442"/>
                </a:lnTo>
                <a:close/>
                <a:moveTo>
                  <a:pt x="840944" y="3107960"/>
                </a:moveTo>
                <a:lnTo>
                  <a:pt x="369194" y="3579710"/>
                </a:lnTo>
                <a:lnTo>
                  <a:pt x="369194" y="3634648"/>
                </a:lnTo>
                <a:lnTo>
                  <a:pt x="840944" y="4106399"/>
                </a:lnTo>
                <a:lnTo>
                  <a:pt x="1309176" y="3638165"/>
                </a:lnTo>
                <a:lnTo>
                  <a:pt x="1309176" y="3576193"/>
                </a:lnTo>
                <a:close/>
                <a:moveTo>
                  <a:pt x="3992986" y="3107959"/>
                </a:moveTo>
                <a:lnTo>
                  <a:pt x="3521621" y="3579335"/>
                </a:lnTo>
                <a:lnTo>
                  <a:pt x="3521621" y="3635021"/>
                </a:lnTo>
                <a:lnTo>
                  <a:pt x="3992986" y="4106398"/>
                </a:lnTo>
                <a:lnTo>
                  <a:pt x="4461593" y="3637778"/>
                </a:lnTo>
                <a:lnTo>
                  <a:pt x="4461593" y="3576578"/>
                </a:lnTo>
                <a:close/>
                <a:moveTo>
                  <a:pt x="1891624" y="3107959"/>
                </a:moveTo>
                <a:lnTo>
                  <a:pt x="1420001" y="3579584"/>
                </a:lnTo>
                <a:lnTo>
                  <a:pt x="1420001" y="3634774"/>
                </a:lnTo>
                <a:lnTo>
                  <a:pt x="1891623" y="4106397"/>
                </a:lnTo>
                <a:lnTo>
                  <a:pt x="2359987" y="3638040"/>
                </a:lnTo>
                <a:lnTo>
                  <a:pt x="2359987" y="3576315"/>
                </a:lnTo>
                <a:close/>
                <a:moveTo>
                  <a:pt x="8195689" y="3107959"/>
                </a:moveTo>
                <a:lnTo>
                  <a:pt x="7724838" y="3578810"/>
                </a:lnTo>
                <a:lnTo>
                  <a:pt x="7724838" y="3635541"/>
                </a:lnTo>
                <a:lnTo>
                  <a:pt x="8195691" y="4106395"/>
                </a:lnTo>
                <a:lnTo>
                  <a:pt x="8664821" y="3637265"/>
                </a:lnTo>
                <a:lnTo>
                  <a:pt x="8664821" y="3577091"/>
                </a:lnTo>
                <a:close/>
                <a:moveTo>
                  <a:pt x="5043664" y="3107959"/>
                </a:moveTo>
                <a:lnTo>
                  <a:pt x="4572419" y="3579197"/>
                </a:lnTo>
                <a:lnTo>
                  <a:pt x="4572419" y="3635159"/>
                </a:lnTo>
                <a:lnTo>
                  <a:pt x="5043662" y="4106396"/>
                </a:lnTo>
                <a:lnTo>
                  <a:pt x="5512402" y="3637650"/>
                </a:lnTo>
                <a:lnTo>
                  <a:pt x="5512402" y="3576704"/>
                </a:lnTo>
                <a:close/>
                <a:moveTo>
                  <a:pt x="6094326" y="3107958"/>
                </a:moveTo>
                <a:lnTo>
                  <a:pt x="5623226" y="3579070"/>
                </a:lnTo>
                <a:lnTo>
                  <a:pt x="5623226" y="3635285"/>
                </a:lnTo>
                <a:lnTo>
                  <a:pt x="6094326" y="4106397"/>
                </a:lnTo>
                <a:lnTo>
                  <a:pt x="6563205" y="3637518"/>
                </a:lnTo>
                <a:lnTo>
                  <a:pt x="6563205" y="3576837"/>
                </a:lnTo>
                <a:close/>
                <a:moveTo>
                  <a:pt x="9246372" y="3107957"/>
                </a:moveTo>
                <a:lnTo>
                  <a:pt x="8775646" y="3578683"/>
                </a:lnTo>
                <a:lnTo>
                  <a:pt x="8775646" y="3635671"/>
                </a:lnTo>
                <a:lnTo>
                  <a:pt x="9246369" y="4106395"/>
                </a:lnTo>
                <a:lnTo>
                  <a:pt x="9715629" y="3637135"/>
                </a:lnTo>
                <a:lnTo>
                  <a:pt x="9715629" y="3577215"/>
                </a:lnTo>
                <a:close/>
                <a:moveTo>
                  <a:pt x="7145009" y="3107957"/>
                </a:moveTo>
                <a:lnTo>
                  <a:pt x="6674030" y="3578936"/>
                </a:lnTo>
                <a:lnTo>
                  <a:pt x="6674030" y="3635418"/>
                </a:lnTo>
                <a:lnTo>
                  <a:pt x="7145007" y="4106396"/>
                </a:lnTo>
                <a:lnTo>
                  <a:pt x="7614013" y="3637390"/>
                </a:lnTo>
                <a:lnTo>
                  <a:pt x="7614013" y="3576961"/>
                </a:lnTo>
                <a:close/>
                <a:moveTo>
                  <a:pt x="11347734" y="3107957"/>
                </a:moveTo>
                <a:lnTo>
                  <a:pt x="10877262" y="3578428"/>
                </a:lnTo>
                <a:lnTo>
                  <a:pt x="10877262" y="3635922"/>
                </a:lnTo>
                <a:lnTo>
                  <a:pt x="11347735" y="4106396"/>
                </a:lnTo>
                <a:lnTo>
                  <a:pt x="11817249" y="3636882"/>
                </a:lnTo>
                <a:lnTo>
                  <a:pt x="11817249" y="3577472"/>
                </a:lnTo>
                <a:close/>
                <a:moveTo>
                  <a:pt x="10297053" y="3107955"/>
                </a:moveTo>
                <a:lnTo>
                  <a:pt x="9826454" y="3578554"/>
                </a:lnTo>
                <a:lnTo>
                  <a:pt x="9826454" y="3635794"/>
                </a:lnTo>
                <a:lnTo>
                  <a:pt x="10297054" y="4106394"/>
                </a:lnTo>
                <a:lnTo>
                  <a:pt x="10766437" y="3637011"/>
                </a:lnTo>
                <a:lnTo>
                  <a:pt x="10766437" y="3577339"/>
                </a:lnTo>
                <a:close/>
                <a:moveTo>
                  <a:pt x="11817249" y="3027334"/>
                </a:moveTo>
                <a:lnTo>
                  <a:pt x="11928074" y="3027334"/>
                </a:lnTo>
                <a:lnTo>
                  <a:pt x="11928074" y="3138159"/>
                </a:lnTo>
                <a:lnTo>
                  <a:pt x="11817249" y="3138159"/>
                </a:lnTo>
                <a:close/>
                <a:moveTo>
                  <a:pt x="10766437" y="3027334"/>
                </a:moveTo>
                <a:lnTo>
                  <a:pt x="10877262" y="3027334"/>
                </a:lnTo>
                <a:lnTo>
                  <a:pt x="10877262" y="3138159"/>
                </a:lnTo>
                <a:lnTo>
                  <a:pt x="10766437" y="3138159"/>
                </a:lnTo>
                <a:close/>
                <a:moveTo>
                  <a:pt x="9715629" y="3027334"/>
                </a:moveTo>
                <a:lnTo>
                  <a:pt x="9826454" y="3027334"/>
                </a:lnTo>
                <a:lnTo>
                  <a:pt x="9826454" y="3138159"/>
                </a:lnTo>
                <a:lnTo>
                  <a:pt x="9715629" y="3138159"/>
                </a:lnTo>
                <a:close/>
                <a:moveTo>
                  <a:pt x="8664821" y="3027334"/>
                </a:moveTo>
                <a:lnTo>
                  <a:pt x="8775646" y="3027334"/>
                </a:lnTo>
                <a:lnTo>
                  <a:pt x="8775646" y="3138159"/>
                </a:lnTo>
                <a:lnTo>
                  <a:pt x="8664821" y="3138159"/>
                </a:lnTo>
                <a:close/>
                <a:moveTo>
                  <a:pt x="7614013" y="3027334"/>
                </a:moveTo>
                <a:lnTo>
                  <a:pt x="7724838" y="3027334"/>
                </a:lnTo>
                <a:lnTo>
                  <a:pt x="7724838" y="3138159"/>
                </a:lnTo>
                <a:lnTo>
                  <a:pt x="7614013" y="3138159"/>
                </a:lnTo>
                <a:close/>
                <a:moveTo>
                  <a:pt x="6563205" y="3027334"/>
                </a:moveTo>
                <a:lnTo>
                  <a:pt x="6674030" y="3027334"/>
                </a:lnTo>
                <a:lnTo>
                  <a:pt x="6674030" y="3138159"/>
                </a:lnTo>
                <a:lnTo>
                  <a:pt x="6563205" y="3138159"/>
                </a:lnTo>
                <a:close/>
                <a:moveTo>
                  <a:pt x="5512400" y="3027334"/>
                </a:moveTo>
                <a:lnTo>
                  <a:pt x="5623225" y="3027334"/>
                </a:lnTo>
                <a:lnTo>
                  <a:pt x="5623225" y="3138159"/>
                </a:lnTo>
                <a:lnTo>
                  <a:pt x="5512400" y="3138159"/>
                </a:lnTo>
                <a:close/>
                <a:moveTo>
                  <a:pt x="4461592" y="3027334"/>
                </a:moveTo>
                <a:lnTo>
                  <a:pt x="4572417" y="3027334"/>
                </a:lnTo>
                <a:lnTo>
                  <a:pt x="4572417" y="3138159"/>
                </a:lnTo>
                <a:lnTo>
                  <a:pt x="4461592" y="3138159"/>
                </a:lnTo>
                <a:close/>
                <a:moveTo>
                  <a:pt x="3410790" y="3027334"/>
                </a:moveTo>
                <a:lnTo>
                  <a:pt x="3521616" y="3027334"/>
                </a:lnTo>
                <a:lnTo>
                  <a:pt x="3521616" y="3138159"/>
                </a:lnTo>
                <a:lnTo>
                  <a:pt x="3410790" y="3138159"/>
                </a:lnTo>
                <a:close/>
                <a:moveTo>
                  <a:pt x="2359982" y="3027334"/>
                </a:moveTo>
                <a:lnTo>
                  <a:pt x="2470807" y="3027334"/>
                </a:lnTo>
                <a:lnTo>
                  <a:pt x="2470807" y="3138159"/>
                </a:lnTo>
                <a:lnTo>
                  <a:pt x="2359982" y="3138159"/>
                </a:lnTo>
                <a:close/>
                <a:moveTo>
                  <a:pt x="1309173" y="3027334"/>
                </a:moveTo>
                <a:lnTo>
                  <a:pt x="1419997" y="3027334"/>
                </a:lnTo>
                <a:lnTo>
                  <a:pt x="1419997" y="3138159"/>
                </a:lnTo>
                <a:lnTo>
                  <a:pt x="1309173" y="3138159"/>
                </a:lnTo>
                <a:close/>
                <a:moveTo>
                  <a:pt x="258365" y="3027334"/>
                </a:moveTo>
                <a:lnTo>
                  <a:pt x="369190" y="3027334"/>
                </a:lnTo>
                <a:lnTo>
                  <a:pt x="369190" y="3138159"/>
                </a:lnTo>
                <a:lnTo>
                  <a:pt x="258365" y="3138159"/>
                </a:lnTo>
                <a:close/>
                <a:moveTo>
                  <a:pt x="10794114" y="2610895"/>
                </a:moveTo>
                <a:lnTo>
                  <a:pt x="10323174" y="3081834"/>
                </a:lnTo>
                <a:lnTo>
                  <a:pt x="10792548" y="3551209"/>
                </a:lnTo>
                <a:lnTo>
                  <a:pt x="10852239" y="3551209"/>
                </a:lnTo>
                <a:lnTo>
                  <a:pt x="11321612" y="3081835"/>
                </a:lnTo>
                <a:lnTo>
                  <a:pt x="10850672" y="2610895"/>
                </a:lnTo>
                <a:close/>
                <a:moveTo>
                  <a:pt x="9743434" y="2610895"/>
                </a:moveTo>
                <a:lnTo>
                  <a:pt x="9272494" y="3081834"/>
                </a:lnTo>
                <a:lnTo>
                  <a:pt x="9741869" y="3551209"/>
                </a:lnTo>
                <a:lnTo>
                  <a:pt x="9801555" y="3551209"/>
                </a:lnTo>
                <a:lnTo>
                  <a:pt x="10270931" y="3081833"/>
                </a:lnTo>
                <a:lnTo>
                  <a:pt x="9799992" y="2610895"/>
                </a:lnTo>
                <a:close/>
                <a:moveTo>
                  <a:pt x="8692754" y="2610895"/>
                </a:moveTo>
                <a:lnTo>
                  <a:pt x="8221811" y="3081837"/>
                </a:lnTo>
                <a:lnTo>
                  <a:pt x="8691183" y="3551209"/>
                </a:lnTo>
                <a:lnTo>
                  <a:pt x="8750876" y="3551209"/>
                </a:lnTo>
                <a:lnTo>
                  <a:pt x="9220250" y="3081835"/>
                </a:lnTo>
                <a:lnTo>
                  <a:pt x="8749310" y="2610895"/>
                </a:lnTo>
                <a:close/>
                <a:moveTo>
                  <a:pt x="7642070" y="2610895"/>
                </a:moveTo>
                <a:lnTo>
                  <a:pt x="7171131" y="3081835"/>
                </a:lnTo>
                <a:lnTo>
                  <a:pt x="7640505" y="3551209"/>
                </a:lnTo>
                <a:lnTo>
                  <a:pt x="7700194" y="3551209"/>
                </a:lnTo>
                <a:lnTo>
                  <a:pt x="8169567" y="3081836"/>
                </a:lnTo>
                <a:lnTo>
                  <a:pt x="7698625" y="2610895"/>
                </a:lnTo>
                <a:close/>
                <a:moveTo>
                  <a:pt x="6591389" y="2610895"/>
                </a:moveTo>
                <a:lnTo>
                  <a:pt x="6120448" y="3081836"/>
                </a:lnTo>
                <a:lnTo>
                  <a:pt x="6589820" y="3551209"/>
                </a:lnTo>
                <a:lnTo>
                  <a:pt x="6649514" y="3551209"/>
                </a:lnTo>
                <a:lnTo>
                  <a:pt x="7118887" y="3081836"/>
                </a:lnTo>
                <a:lnTo>
                  <a:pt x="6647947" y="2610895"/>
                </a:lnTo>
                <a:close/>
                <a:moveTo>
                  <a:pt x="5540722" y="2610895"/>
                </a:moveTo>
                <a:lnTo>
                  <a:pt x="5069790" y="3081837"/>
                </a:lnTo>
                <a:lnTo>
                  <a:pt x="5539152" y="3551209"/>
                </a:lnTo>
                <a:lnTo>
                  <a:pt x="5598843" y="3551209"/>
                </a:lnTo>
                <a:lnTo>
                  <a:pt x="6068204" y="3081836"/>
                </a:lnTo>
                <a:lnTo>
                  <a:pt x="5597274" y="2610895"/>
                </a:lnTo>
                <a:close/>
                <a:moveTo>
                  <a:pt x="4490039" y="2610895"/>
                </a:moveTo>
                <a:lnTo>
                  <a:pt x="4019108" y="3081837"/>
                </a:lnTo>
                <a:lnTo>
                  <a:pt x="4488467" y="3551209"/>
                </a:lnTo>
                <a:lnTo>
                  <a:pt x="4548162" y="3551209"/>
                </a:lnTo>
                <a:lnTo>
                  <a:pt x="5017539" y="3081837"/>
                </a:lnTo>
                <a:lnTo>
                  <a:pt x="4546591" y="2610895"/>
                </a:lnTo>
                <a:close/>
                <a:moveTo>
                  <a:pt x="3439377" y="2610895"/>
                </a:moveTo>
                <a:lnTo>
                  <a:pt x="2968431" y="3081838"/>
                </a:lnTo>
                <a:lnTo>
                  <a:pt x="3437805" y="3551209"/>
                </a:lnTo>
                <a:lnTo>
                  <a:pt x="3497502" y="3551209"/>
                </a:lnTo>
                <a:lnTo>
                  <a:pt x="3966864" y="3081837"/>
                </a:lnTo>
                <a:lnTo>
                  <a:pt x="3495931" y="2610895"/>
                </a:lnTo>
                <a:close/>
                <a:moveTo>
                  <a:pt x="2388695" y="2610895"/>
                </a:moveTo>
                <a:lnTo>
                  <a:pt x="1917746" y="3081837"/>
                </a:lnTo>
                <a:lnTo>
                  <a:pt x="2387125" y="3551209"/>
                </a:lnTo>
                <a:lnTo>
                  <a:pt x="2446819" y="3551209"/>
                </a:lnTo>
                <a:lnTo>
                  <a:pt x="2916188" y="3081838"/>
                </a:lnTo>
                <a:lnTo>
                  <a:pt x="2445246" y="2610895"/>
                </a:lnTo>
                <a:close/>
                <a:moveTo>
                  <a:pt x="1338007" y="2610895"/>
                </a:moveTo>
                <a:lnTo>
                  <a:pt x="867066" y="3081838"/>
                </a:lnTo>
                <a:lnTo>
                  <a:pt x="1336436" y="3551209"/>
                </a:lnTo>
                <a:lnTo>
                  <a:pt x="1396132" y="3551209"/>
                </a:lnTo>
                <a:lnTo>
                  <a:pt x="1865502" y="3081837"/>
                </a:lnTo>
                <a:lnTo>
                  <a:pt x="1394561" y="2610895"/>
                </a:lnTo>
                <a:close/>
                <a:moveTo>
                  <a:pt x="11291841" y="2500070"/>
                </a:moveTo>
                <a:lnTo>
                  <a:pt x="11402666" y="2500070"/>
                </a:lnTo>
                <a:lnTo>
                  <a:pt x="11402666" y="2610895"/>
                </a:lnTo>
                <a:lnTo>
                  <a:pt x="11291841" y="2610895"/>
                </a:lnTo>
                <a:close/>
                <a:moveTo>
                  <a:pt x="10241033" y="2500070"/>
                </a:moveTo>
                <a:lnTo>
                  <a:pt x="10351858" y="2500070"/>
                </a:lnTo>
                <a:lnTo>
                  <a:pt x="10351858" y="2610895"/>
                </a:lnTo>
                <a:lnTo>
                  <a:pt x="10241033" y="2610895"/>
                </a:lnTo>
                <a:close/>
                <a:moveTo>
                  <a:pt x="9190225" y="2500070"/>
                </a:moveTo>
                <a:lnTo>
                  <a:pt x="9301050" y="2500070"/>
                </a:lnTo>
                <a:lnTo>
                  <a:pt x="9301050" y="2610895"/>
                </a:lnTo>
                <a:lnTo>
                  <a:pt x="9190225" y="2610895"/>
                </a:lnTo>
                <a:close/>
                <a:moveTo>
                  <a:pt x="8139417" y="2500070"/>
                </a:moveTo>
                <a:lnTo>
                  <a:pt x="8250242" y="2500070"/>
                </a:lnTo>
                <a:lnTo>
                  <a:pt x="8250242" y="2610895"/>
                </a:lnTo>
                <a:lnTo>
                  <a:pt x="8139417" y="2610895"/>
                </a:lnTo>
                <a:close/>
                <a:moveTo>
                  <a:pt x="7088609" y="2500070"/>
                </a:moveTo>
                <a:lnTo>
                  <a:pt x="7199434" y="2500070"/>
                </a:lnTo>
                <a:lnTo>
                  <a:pt x="7199434" y="2610895"/>
                </a:lnTo>
                <a:lnTo>
                  <a:pt x="7088609" y="2610895"/>
                </a:lnTo>
                <a:close/>
                <a:moveTo>
                  <a:pt x="6037801" y="2500070"/>
                </a:moveTo>
                <a:lnTo>
                  <a:pt x="6148626" y="2500070"/>
                </a:lnTo>
                <a:lnTo>
                  <a:pt x="6148626" y="2610895"/>
                </a:lnTo>
                <a:lnTo>
                  <a:pt x="6037801" y="2610895"/>
                </a:lnTo>
                <a:close/>
                <a:moveTo>
                  <a:pt x="4987000" y="2500070"/>
                </a:moveTo>
                <a:lnTo>
                  <a:pt x="5097829" y="2500070"/>
                </a:lnTo>
                <a:lnTo>
                  <a:pt x="5097829" y="2610895"/>
                </a:lnTo>
                <a:lnTo>
                  <a:pt x="4987000" y="2610895"/>
                </a:lnTo>
                <a:close/>
                <a:moveTo>
                  <a:pt x="3936200" y="2500070"/>
                </a:moveTo>
                <a:lnTo>
                  <a:pt x="4047024" y="2500070"/>
                </a:lnTo>
                <a:lnTo>
                  <a:pt x="4047024" y="2610895"/>
                </a:lnTo>
                <a:lnTo>
                  <a:pt x="3936200" y="2610895"/>
                </a:lnTo>
                <a:close/>
                <a:moveTo>
                  <a:pt x="2885393" y="2500070"/>
                </a:moveTo>
                <a:lnTo>
                  <a:pt x="2996218" y="2500070"/>
                </a:lnTo>
                <a:lnTo>
                  <a:pt x="2996218" y="2610895"/>
                </a:lnTo>
                <a:lnTo>
                  <a:pt x="2885393" y="2610895"/>
                </a:lnTo>
                <a:close/>
                <a:moveTo>
                  <a:pt x="1834583" y="2500070"/>
                </a:moveTo>
                <a:lnTo>
                  <a:pt x="1945408" y="2500070"/>
                </a:lnTo>
                <a:lnTo>
                  <a:pt x="1945408" y="2610895"/>
                </a:lnTo>
                <a:lnTo>
                  <a:pt x="1834583" y="2610895"/>
                </a:lnTo>
                <a:close/>
                <a:moveTo>
                  <a:pt x="783777" y="2500070"/>
                </a:moveTo>
                <a:lnTo>
                  <a:pt x="894602" y="2500070"/>
                </a:lnTo>
                <a:lnTo>
                  <a:pt x="894602" y="2610895"/>
                </a:lnTo>
                <a:lnTo>
                  <a:pt x="783777" y="2610895"/>
                </a:lnTo>
                <a:close/>
                <a:moveTo>
                  <a:pt x="1891623" y="2057291"/>
                </a:moveTo>
                <a:lnTo>
                  <a:pt x="1420005" y="2528898"/>
                </a:lnTo>
                <a:lnTo>
                  <a:pt x="1420005" y="2584095"/>
                </a:lnTo>
                <a:lnTo>
                  <a:pt x="1891624" y="3055715"/>
                </a:lnTo>
                <a:lnTo>
                  <a:pt x="2359991" y="2587356"/>
                </a:lnTo>
                <a:lnTo>
                  <a:pt x="2359991" y="2525640"/>
                </a:lnTo>
                <a:close/>
                <a:moveTo>
                  <a:pt x="2942310" y="2057291"/>
                </a:moveTo>
                <a:lnTo>
                  <a:pt x="2470816" y="2528774"/>
                </a:lnTo>
                <a:lnTo>
                  <a:pt x="2470816" y="2584221"/>
                </a:lnTo>
                <a:lnTo>
                  <a:pt x="2942310" y="3055716"/>
                </a:lnTo>
                <a:lnTo>
                  <a:pt x="3410799" y="2587229"/>
                </a:lnTo>
                <a:lnTo>
                  <a:pt x="3410799" y="2525765"/>
                </a:lnTo>
                <a:close/>
                <a:moveTo>
                  <a:pt x="3992986" y="2057290"/>
                </a:moveTo>
                <a:lnTo>
                  <a:pt x="3521627" y="2528649"/>
                </a:lnTo>
                <a:lnTo>
                  <a:pt x="3521627" y="2584345"/>
                </a:lnTo>
                <a:lnTo>
                  <a:pt x="3992986" y="3055715"/>
                </a:lnTo>
                <a:lnTo>
                  <a:pt x="4461596" y="2587094"/>
                </a:lnTo>
                <a:lnTo>
                  <a:pt x="4461596" y="2525899"/>
                </a:lnTo>
                <a:close/>
                <a:moveTo>
                  <a:pt x="840944" y="2057289"/>
                </a:moveTo>
                <a:lnTo>
                  <a:pt x="369198" y="2529024"/>
                </a:lnTo>
                <a:lnTo>
                  <a:pt x="369198" y="2583969"/>
                </a:lnTo>
                <a:lnTo>
                  <a:pt x="840944" y="3055716"/>
                </a:lnTo>
                <a:lnTo>
                  <a:pt x="1309180" y="2587479"/>
                </a:lnTo>
                <a:lnTo>
                  <a:pt x="1309180" y="2525514"/>
                </a:lnTo>
                <a:close/>
                <a:moveTo>
                  <a:pt x="7145007" y="2057289"/>
                </a:moveTo>
                <a:lnTo>
                  <a:pt x="6674030" y="2528255"/>
                </a:lnTo>
                <a:lnTo>
                  <a:pt x="6674030" y="2584733"/>
                </a:lnTo>
                <a:lnTo>
                  <a:pt x="7145010" y="3055713"/>
                </a:lnTo>
                <a:lnTo>
                  <a:pt x="7614013" y="2586710"/>
                </a:lnTo>
                <a:lnTo>
                  <a:pt x="7614013" y="2526283"/>
                </a:lnTo>
                <a:close/>
                <a:moveTo>
                  <a:pt x="5043664" y="2057289"/>
                </a:moveTo>
                <a:lnTo>
                  <a:pt x="4572421" y="2528513"/>
                </a:lnTo>
                <a:lnTo>
                  <a:pt x="4572421" y="2584480"/>
                </a:lnTo>
                <a:lnTo>
                  <a:pt x="5043664" y="3055715"/>
                </a:lnTo>
                <a:lnTo>
                  <a:pt x="5512404" y="2586968"/>
                </a:lnTo>
                <a:lnTo>
                  <a:pt x="5512404" y="2526024"/>
                </a:lnTo>
                <a:close/>
                <a:moveTo>
                  <a:pt x="10297053" y="2057288"/>
                </a:moveTo>
                <a:lnTo>
                  <a:pt x="9826454" y="2527875"/>
                </a:lnTo>
                <a:lnTo>
                  <a:pt x="9826454" y="2585115"/>
                </a:lnTo>
                <a:lnTo>
                  <a:pt x="10297052" y="3055713"/>
                </a:lnTo>
                <a:lnTo>
                  <a:pt x="10766437" y="2586328"/>
                </a:lnTo>
                <a:lnTo>
                  <a:pt x="10766437" y="2526660"/>
                </a:lnTo>
                <a:close/>
                <a:moveTo>
                  <a:pt x="9246373" y="2057288"/>
                </a:moveTo>
                <a:lnTo>
                  <a:pt x="8775646" y="2528002"/>
                </a:lnTo>
                <a:lnTo>
                  <a:pt x="8775646" y="2584986"/>
                </a:lnTo>
                <a:lnTo>
                  <a:pt x="9246373" y="3055713"/>
                </a:lnTo>
                <a:lnTo>
                  <a:pt x="9715629" y="2586457"/>
                </a:lnTo>
                <a:lnTo>
                  <a:pt x="9715629" y="2526532"/>
                </a:lnTo>
                <a:close/>
                <a:moveTo>
                  <a:pt x="8195690" y="2057288"/>
                </a:moveTo>
                <a:lnTo>
                  <a:pt x="7724838" y="2528128"/>
                </a:lnTo>
                <a:lnTo>
                  <a:pt x="7724838" y="2584864"/>
                </a:lnTo>
                <a:lnTo>
                  <a:pt x="8195689" y="3055714"/>
                </a:lnTo>
                <a:lnTo>
                  <a:pt x="8664821" y="2586582"/>
                </a:lnTo>
                <a:lnTo>
                  <a:pt x="8664821" y="2526406"/>
                </a:lnTo>
                <a:close/>
                <a:moveTo>
                  <a:pt x="6094328" y="2057287"/>
                </a:moveTo>
                <a:lnTo>
                  <a:pt x="5623228" y="2528386"/>
                </a:lnTo>
                <a:lnTo>
                  <a:pt x="5623228" y="2584606"/>
                </a:lnTo>
                <a:lnTo>
                  <a:pt x="6094325" y="3055714"/>
                </a:lnTo>
                <a:lnTo>
                  <a:pt x="6563205" y="2586835"/>
                </a:lnTo>
                <a:lnTo>
                  <a:pt x="6563205" y="2526153"/>
                </a:lnTo>
                <a:close/>
                <a:moveTo>
                  <a:pt x="11347736" y="2057286"/>
                </a:moveTo>
                <a:lnTo>
                  <a:pt x="10877262" y="2527747"/>
                </a:lnTo>
                <a:lnTo>
                  <a:pt x="10877262" y="2585241"/>
                </a:lnTo>
                <a:lnTo>
                  <a:pt x="11347734" y="3055713"/>
                </a:lnTo>
                <a:lnTo>
                  <a:pt x="11817249" y="2586199"/>
                </a:lnTo>
                <a:lnTo>
                  <a:pt x="11817249" y="2526787"/>
                </a:lnTo>
                <a:close/>
                <a:moveTo>
                  <a:pt x="258363" y="1973449"/>
                </a:moveTo>
                <a:lnTo>
                  <a:pt x="369188" y="1973449"/>
                </a:lnTo>
                <a:lnTo>
                  <a:pt x="369188" y="2084274"/>
                </a:lnTo>
                <a:lnTo>
                  <a:pt x="258363" y="2084274"/>
                </a:lnTo>
                <a:close/>
                <a:moveTo>
                  <a:pt x="2359980" y="1973449"/>
                </a:moveTo>
                <a:lnTo>
                  <a:pt x="2470805" y="1973449"/>
                </a:lnTo>
                <a:lnTo>
                  <a:pt x="2470805" y="2084274"/>
                </a:lnTo>
                <a:lnTo>
                  <a:pt x="2359980" y="2084274"/>
                </a:lnTo>
                <a:close/>
                <a:moveTo>
                  <a:pt x="1309171" y="1973449"/>
                </a:moveTo>
                <a:lnTo>
                  <a:pt x="1419995" y="1973449"/>
                </a:lnTo>
                <a:lnTo>
                  <a:pt x="1419995" y="2084274"/>
                </a:lnTo>
                <a:lnTo>
                  <a:pt x="1309171" y="2084274"/>
                </a:lnTo>
                <a:close/>
                <a:moveTo>
                  <a:pt x="4461591" y="1973448"/>
                </a:moveTo>
                <a:lnTo>
                  <a:pt x="4572416" y="1973448"/>
                </a:lnTo>
                <a:lnTo>
                  <a:pt x="4572416" y="2084273"/>
                </a:lnTo>
                <a:lnTo>
                  <a:pt x="4461591" y="2084273"/>
                </a:lnTo>
                <a:close/>
                <a:moveTo>
                  <a:pt x="3410788" y="1973448"/>
                </a:moveTo>
                <a:lnTo>
                  <a:pt x="3521614" y="1973448"/>
                </a:lnTo>
                <a:lnTo>
                  <a:pt x="3521614" y="2084273"/>
                </a:lnTo>
                <a:lnTo>
                  <a:pt x="3410788" y="2084273"/>
                </a:lnTo>
                <a:close/>
                <a:moveTo>
                  <a:pt x="6563205" y="1973448"/>
                </a:moveTo>
                <a:lnTo>
                  <a:pt x="6674030" y="1973448"/>
                </a:lnTo>
                <a:lnTo>
                  <a:pt x="6674030" y="2084273"/>
                </a:lnTo>
                <a:lnTo>
                  <a:pt x="6563205" y="2084273"/>
                </a:lnTo>
                <a:close/>
                <a:moveTo>
                  <a:pt x="5512399" y="1973448"/>
                </a:moveTo>
                <a:lnTo>
                  <a:pt x="5623224" y="1973448"/>
                </a:lnTo>
                <a:lnTo>
                  <a:pt x="5623224" y="2084273"/>
                </a:lnTo>
                <a:lnTo>
                  <a:pt x="5512399" y="2084273"/>
                </a:lnTo>
                <a:close/>
                <a:moveTo>
                  <a:pt x="7614013" y="1973448"/>
                </a:moveTo>
                <a:lnTo>
                  <a:pt x="7724838" y="1973448"/>
                </a:lnTo>
                <a:lnTo>
                  <a:pt x="7724838" y="2084273"/>
                </a:lnTo>
                <a:lnTo>
                  <a:pt x="7614013" y="2084273"/>
                </a:lnTo>
                <a:close/>
                <a:moveTo>
                  <a:pt x="9715629" y="1973448"/>
                </a:moveTo>
                <a:lnTo>
                  <a:pt x="9826454" y="1973448"/>
                </a:lnTo>
                <a:lnTo>
                  <a:pt x="9826454" y="2084273"/>
                </a:lnTo>
                <a:lnTo>
                  <a:pt x="9715629" y="2084273"/>
                </a:lnTo>
                <a:close/>
                <a:moveTo>
                  <a:pt x="8664821" y="1973448"/>
                </a:moveTo>
                <a:lnTo>
                  <a:pt x="8775646" y="1973448"/>
                </a:lnTo>
                <a:lnTo>
                  <a:pt x="8775646" y="2084273"/>
                </a:lnTo>
                <a:lnTo>
                  <a:pt x="8664821" y="2084273"/>
                </a:lnTo>
                <a:close/>
                <a:moveTo>
                  <a:pt x="11817249" y="1973448"/>
                </a:moveTo>
                <a:lnTo>
                  <a:pt x="11928074" y="1973448"/>
                </a:lnTo>
                <a:lnTo>
                  <a:pt x="11928074" y="2084273"/>
                </a:lnTo>
                <a:lnTo>
                  <a:pt x="11817249" y="2084273"/>
                </a:lnTo>
                <a:close/>
                <a:moveTo>
                  <a:pt x="10766437" y="1973448"/>
                </a:moveTo>
                <a:lnTo>
                  <a:pt x="10877262" y="1973448"/>
                </a:lnTo>
                <a:lnTo>
                  <a:pt x="10877262" y="2084273"/>
                </a:lnTo>
                <a:lnTo>
                  <a:pt x="10766437" y="2084273"/>
                </a:lnTo>
                <a:close/>
                <a:moveTo>
                  <a:pt x="3441643" y="1557959"/>
                </a:moveTo>
                <a:lnTo>
                  <a:pt x="2968431" y="2031169"/>
                </a:lnTo>
                <a:lnTo>
                  <a:pt x="3437348" y="2500070"/>
                </a:lnTo>
                <a:lnTo>
                  <a:pt x="3497959" y="2500070"/>
                </a:lnTo>
                <a:lnTo>
                  <a:pt x="3966865" y="2031168"/>
                </a:lnTo>
                <a:lnTo>
                  <a:pt x="3493665" y="1557959"/>
                </a:lnTo>
                <a:close/>
                <a:moveTo>
                  <a:pt x="2390961" y="1557959"/>
                </a:moveTo>
                <a:lnTo>
                  <a:pt x="1917745" y="2031169"/>
                </a:lnTo>
                <a:lnTo>
                  <a:pt x="2386665" y="2500070"/>
                </a:lnTo>
                <a:lnTo>
                  <a:pt x="2447277" y="2500070"/>
                </a:lnTo>
                <a:lnTo>
                  <a:pt x="2916189" y="2031169"/>
                </a:lnTo>
                <a:lnTo>
                  <a:pt x="2442980" y="1557959"/>
                </a:lnTo>
                <a:close/>
                <a:moveTo>
                  <a:pt x="1340273" y="1557959"/>
                </a:moveTo>
                <a:lnTo>
                  <a:pt x="867066" y="2031167"/>
                </a:lnTo>
                <a:lnTo>
                  <a:pt x="1335980" y="2500070"/>
                </a:lnTo>
                <a:lnTo>
                  <a:pt x="1396589" y="2500070"/>
                </a:lnTo>
                <a:lnTo>
                  <a:pt x="1865501" y="2031169"/>
                </a:lnTo>
                <a:lnTo>
                  <a:pt x="1392293" y="1557959"/>
                </a:lnTo>
                <a:close/>
                <a:moveTo>
                  <a:pt x="5542986" y="1557958"/>
                </a:moveTo>
                <a:lnTo>
                  <a:pt x="5069790" y="2031167"/>
                </a:lnTo>
                <a:lnTo>
                  <a:pt x="5538694" y="2500070"/>
                </a:lnTo>
                <a:lnTo>
                  <a:pt x="5599302" y="2500070"/>
                </a:lnTo>
                <a:lnTo>
                  <a:pt x="6068206" y="2031166"/>
                </a:lnTo>
                <a:lnTo>
                  <a:pt x="5595011" y="1557958"/>
                </a:lnTo>
                <a:close/>
                <a:moveTo>
                  <a:pt x="4492305" y="1557958"/>
                </a:moveTo>
                <a:lnTo>
                  <a:pt x="4019109" y="2031168"/>
                </a:lnTo>
                <a:lnTo>
                  <a:pt x="4488010" y="2500070"/>
                </a:lnTo>
                <a:lnTo>
                  <a:pt x="4548620" y="2500070"/>
                </a:lnTo>
                <a:lnTo>
                  <a:pt x="5017539" y="2031167"/>
                </a:lnTo>
                <a:lnTo>
                  <a:pt x="4544326" y="1557958"/>
                </a:lnTo>
                <a:close/>
                <a:moveTo>
                  <a:pt x="7644337" y="1557958"/>
                </a:moveTo>
                <a:lnTo>
                  <a:pt x="7171129" y="2031167"/>
                </a:lnTo>
                <a:lnTo>
                  <a:pt x="7640044" y="2500070"/>
                </a:lnTo>
                <a:lnTo>
                  <a:pt x="7700653" y="2500070"/>
                </a:lnTo>
                <a:lnTo>
                  <a:pt x="8169569" y="2031167"/>
                </a:lnTo>
                <a:lnTo>
                  <a:pt x="7696361" y="1557958"/>
                </a:lnTo>
                <a:close/>
                <a:moveTo>
                  <a:pt x="6593656" y="1557958"/>
                </a:moveTo>
                <a:lnTo>
                  <a:pt x="6120450" y="2031165"/>
                </a:lnTo>
                <a:lnTo>
                  <a:pt x="6589366" y="2500070"/>
                </a:lnTo>
                <a:lnTo>
                  <a:pt x="6649970" y="2500070"/>
                </a:lnTo>
                <a:lnTo>
                  <a:pt x="7118885" y="2031167"/>
                </a:lnTo>
                <a:lnTo>
                  <a:pt x="6645676" y="1557958"/>
                </a:lnTo>
                <a:close/>
                <a:moveTo>
                  <a:pt x="9745703" y="1557958"/>
                </a:moveTo>
                <a:lnTo>
                  <a:pt x="9272494" y="2031167"/>
                </a:lnTo>
                <a:lnTo>
                  <a:pt x="9741408" y="2500070"/>
                </a:lnTo>
                <a:lnTo>
                  <a:pt x="9802016" y="2500070"/>
                </a:lnTo>
                <a:lnTo>
                  <a:pt x="10270931" y="2031167"/>
                </a:lnTo>
                <a:lnTo>
                  <a:pt x="9797723" y="1557958"/>
                </a:lnTo>
                <a:close/>
                <a:moveTo>
                  <a:pt x="8695019" y="1557958"/>
                </a:moveTo>
                <a:lnTo>
                  <a:pt x="8221812" y="2031166"/>
                </a:lnTo>
                <a:lnTo>
                  <a:pt x="8690730" y="2500070"/>
                </a:lnTo>
                <a:lnTo>
                  <a:pt x="8751334" y="2500070"/>
                </a:lnTo>
                <a:lnTo>
                  <a:pt x="9220250" y="2031166"/>
                </a:lnTo>
                <a:lnTo>
                  <a:pt x="8747043" y="1557958"/>
                </a:lnTo>
                <a:close/>
                <a:moveTo>
                  <a:pt x="10796383" y="1557958"/>
                </a:moveTo>
                <a:lnTo>
                  <a:pt x="10323175" y="2031166"/>
                </a:lnTo>
                <a:lnTo>
                  <a:pt x="10792091" y="2500070"/>
                </a:lnTo>
                <a:lnTo>
                  <a:pt x="10852696" y="2500070"/>
                </a:lnTo>
                <a:lnTo>
                  <a:pt x="11321614" y="2031164"/>
                </a:lnTo>
                <a:lnTo>
                  <a:pt x="10848409" y="1557958"/>
                </a:lnTo>
                <a:close/>
                <a:moveTo>
                  <a:pt x="783781" y="1447135"/>
                </a:moveTo>
                <a:lnTo>
                  <a:pt x="894606" y="1447135"/>
                </a:lnTo>
                <a:lnTo>
                  <a:pt x="894606" y="1557959"/>
                </a:lnTo>
                <a:lnTo>
                  <a:pt x="783781" y="1557959"/>
                </a:lnTo>
                <a:close/>
                <a:moveTo>
                  <a:pt x="1834586" y="1447134"/>
                </a:moveTo>
                <a:lnTo>
                  <a:pt x="1945411" y="1447134"/>
                </a:lnTo>
                <a:lnTo>
                  <a:pt x="1945411" y="1557959"/>
                </a:lnTo>
                <a:lnTo>
                  <a:pt x="1834586" y="1557959"/>
                </a:lnTo>
                <a:close/>
                <a:moveTo>
                  <a:pt x="4987002" y="1447134"/>
                </a:moveTo>
                <a:lnTo>
                  <a:pt x="5097832" y="1447134"/>
                </a:lnTo>
                <a:lnTo>
                  <a:pt x="5097832" y="1557958"/>
                </a:lnTo>
                <a:lnTo>
                  <a:pt x="4987002" y="1557958"/>
                </a:lnTo>
                <a:close/>
                <a:moveTo>
                  <a:pt x="3936204" y="1447134"/>
                </a:moveTo>
                <a:lnTo>
                  <a:pt x="4047028" y="1447134"/>
                </a:lnTo>
                <a:lnTo>
                  <a:pt x="4047028" y="1557959"/>
                </a:lnTo>
                <a:lnTo>
                  <a:pt x="3936204" y="1557959"/>
                </a:lnTo>
                <a:close/>
                <a:moveTo>
                  <a:pt x="2885398" y="1447134"/>
                </a:moveTo>
                <a:lnTo>
                  <a:pt x="2996224" y="1447134"/>
                </a:lnTo>
                <a:lnTo>
                  <a:pt x="2996224" y="1557959"/>
                </a:lnTo>
                <a:lnTo>
                  <a:pt x="2885398" y="1557959"/>
                </a:lnTo>
                <a:close/>
                <a:moveTo>
                  <a:pt x="6037801" y="1447133"/>
                </a:moveTo>
                <a:lnTo>
                  <a:pt x="6148626" y="1447133"/>
                </a:lnTo>
                <a:lnTo>
                  <a:pt x="6148626" y="1557958"/>
                </a:lnTo>
                <a:lnTo>
                  <a:pt x="6037801" y="1557958"/>
                </a:lnTo>
                <a:close/>
                <a:moveTo>
                  <a:pt x="9190225" y="1447133"/>
                </a:moveTo>
                <a:lnTo>
                  <a:pt x="9301050" y="1447133"/>
                </a:lnTo>
                <a:lnTo>
                  <a:pt x="9301050" y="1557958"/>
                </a:lnTo>
                <a:lnTo>
                  <a:pt x="9190225" y="1557958"/>
                </a:lnTo>
                <a:close/>
                <a:moveTo>
                  <a:pt x="8139417" y="1447133"/>
                </a:moveTo>
                <a:lnTo>
                  <a:pt x="8250242" y="1447133"/>
                </a:lnTo>
                <a:lnTo>
                  <a:pt x="8250242" y="1557958"/>
                </a:lnTo>
                <a:lnTo>
                  <a:pt x="8139417" y="1557958"/>
                </a:lnTo>
                <a:close/>
                <a:moveTo>
                  <a:pt x="7088609" y="1447133"/>
                </a:moveTo>
                <a:lnTo>
                  <a:pt x="7199434" y="1447133"/>
                </a:lnTo>
                <a:lnTo>
                  <a:pt x="7199434" y="1557958"/>
                </a:lnTo>
                <a:lnTo>
                  <a:pt x="7088609" y="1557958"/>
                </a:lnTo>
                <a:close/>
                <a:moveTo>
                  <a:pt x="10241033" y="1447133"/>
                </a:moveTo>
                <a:lnTo>
                  <a:pt x="10351858" y="1447133"/>
                </a:lnTo>
                <a:lnTo>
                  <a:pt x="10351858" y="1557957"/>
                </a:lnTo>
                <a:lnTo>
                  <a:pt x="10241033" y="1557957"/>
                </a:lnTo>
                <a:close/>
                <a:moveTo>
                  <a:pt x="11291841" y="1447133"/>
                </a:moveTo>
                <a:lnTo>
                  <a:pt x="11402666" y="1447133"/>
                </a:lnTo>
                <a:lnTo>
                  <a:pt x="11402666" y="1557957"/>
                </a:lnTo>
                <a:lnTo>
                  <a:pt x="11291841" y="1557957"/>
                </a:lnTo>
                <a:close/>
                <a:moveTo>
                  <a:pt x="2942310" y="1006607"/>
                </a:moveTo>
                <a:lnTo>
                  <a:pt x="2470820" y="1478100"/>
                </a:lnTo>
                <a:lnTo>
                  <a:pt x="2470820" y="1533556"/>
                </a:lnTo>
                <a:lnTo>
                  <a:pt x="2942310" y="2005047"/>
                </a:lnTo>
                <a:lnTo>
                  <a:pt x="3410804" y="1536556"/>
                </a:lnTo>
                <a:lnTo>
                  <a:pt x="3410804" y="1475099"/>
                </a:lnTo>
                <a:close/>
                <a:moveTo>
                  <a:pt x="1891623" y="1006607"/>
                </a:moveTo>
                <a:lnTo>
                  <a:pt x="1420008" y="1478224"/>
                </a:lnTo>
                <a:lnTo>
                  <a:pt x="1420008" y="1533431"/>
                </a:lnTo>
                <a:lnTo>
                  <a:pt x="1891623" y="2005047"/>
                </a:lnTo>
                <a:lnTo>
                  <a:pt x="2359996" y="1536681"/>
                </a:lnTo>
                <a:lnTo>
                  <a:pt x="2359996" y="1474975"/>
                </a:lnTo>
                <a:close/>
                <a:moveTo>
                  <a:pt x="840943" y="1006607"/>
                </a:moveTo>
                <a:lnTo>
                  <a:pt x="369202" y="1478351"/>
                </a:lnTo>
                <a:lnTo>
                  <a:pt x="369202" y="1533303"/>
                </a:lnTo>
                <a:lnTo>
                  <a:pt x="840944" y="2005046"/>
                </a:lnTo>
                <a:lnTo>
                  <a:pt x="1309184" y="1536806"/>
                </a:lnTo>
                <a:lnTo>
                  <a:pt x="1309184" y="1474850"/>
                </a:lnTo>
                <a:close/>
                <a:moveTo>
                  <a:pt x="3992987" y="1006606"/>
                </a:moveTo>
                <a:lnTo>
                  <a:pt x="3521631" y="1477974"/>
                </a:lnTo>
                <a:lnTo>
                  <a:pt x="3521631" y="1533680"/>
                </a:lnTo>
                <a:lnTo>
                  <a:pt x="3992986" y="2005046"/>
                </a:lnTo>
                <a:lnTo>
                  <a:pt x="4461598" y="1536423"/>
                </a:lnTo>
                <a:lnTo>
                  <a:pt x="4461598" y="1475230"/>
                </a:lnTo>
                <a:close/>
                <a:moveTo>
                  <a:pt x="6094326" y="1006605"/>
                </a:moveTo>
                <a:lnTo>
                  <a:pt x="5623230" y="1477714"/>
                </a:lnTo>
                <a:lnTo>
                  <a:pt x="5623230" y="1533934"/>
                </a:lnTo>
                <a:lnTo>
                  <a:pt x="6094328" y="2005044"/>
                </a:lnTo>
                <a:lnTo>
                  <a:pt x="6563205" y="1536166"/>
                </a:lnTo>
                <a:lnTo>
                  <a:pt x="6563205" y="1475487"/>
                </a:lnTo>
                <a:close/>
                <a:moveTo>
                  <a:pt x="9246371" y="1006604"/>
                </a:moveTo>
                <a:lnTo>
                  <a:pt x="8775646" y="1477332"/>
                </a:lnTo>
                <a:lnTo>
                  <a:pt x="8775646" y="1534319"/>
                </a:lnTo>
                <a:lnTo>
                  <a:pt x="9246371" y="2005045"/>
                </a:lnTo>
                <a:lnTo>
                  <a:pt x="9715629" y="1535786"/>
                </a:lnTo>
                <a:lnTo>
                  <a:pt x="9715629" y="1475864"/>
                </a:lnTo>
                <a:close/>
                <a:moveTo>
                  <a:pt x="5043669" y="1006604"/>
                </a:moveTo>
                <a:lnTo>
                  <a:pt x="4572422" y="1477843"/>
                </a:lnTo>
                <a:lnTo>
                  <a:pt x="4572422" y="1533811"/>
                </a:lnTo>
                <a:lnTo>
                  <a:pt x="5043664" y="2005045"/>
                </a:lnTo>
                <a:lnTo>
                  <a:pt x="5512407" y="1536296"/>
                </a:lnTo>
                <a:lnTo>
                  <a:pt x="5512407" y="1475351"/>
                </a:lnTo>
                <a:close/>
                <a:moveTo>
                  <a:pt x="11347735" y="1006604"/>
                </a:moveTo>
                <a:lnTo>
                  <a:pt x="10877262" y="1477079"/>
                </a:lnTo>
                <a:lnTo>
                  <a:pt x="10877262" y="1534567"/>
                </a:lnTo>
                <a:lnTo>
                  <a:pt x="11347736" y="2005041"/>
                </a:lnTo>
                <a:lnTo>
                  <a:pt x="11817249" y="1535528"/>
                </a:lnTo>
                <a:lnTo>
                  <a:pt x="11817249" y="1476120"/>
                </a:lnTo>
                <a:close/>
                <a:moveTo>
                  <a:pt x="8195690" y="1006604"/>
                </a:moveTo>
                <a:lnTo>
                  <a:pt x="7724838" y="1477458"/>
                </a:lnTo>
                <a:lnTo>
                  <a:pt x="7724838" y="1534191"/>
                </a:lnTo>
                <a:lnTo>
                  <a:pt x="8195691" y="2005044"/>
                </a:lnTo>
                <a:lnTo>
                  <a:pt x="8664821" y="1535914"/>
                </a:lnTo>
                <a:lnTo>
                  <a:pt x="8664821" y="1475736"/>
                </a:lnTo>
                <a:close/>
                <a:moveTo>
                  <a:pt x="7145009" y="1006604"/>
                </a:moveTo>
                <a:lnTo>
                  <a:pt x="6674030" y="1477584"/>
                </a:lnTo>
                <a:lnTo>
                  <a:pt x="6674030" y="1534069"/>
                </a:lnTo>
                <a:lnTo>
                  <a:pt x="7145007" y="2005046"/>
                </a:lnTo>
                <a:lnTo>
                  <a:pt x="7614013" y="1536039"/>
                </a:lnTo>
                <a:lnTo>
                  <a:pt x="7614013" y="1475610"/>
                </a:lnTo>
                <a:close/>
                <a:moveTo>
                  <a:pt x="10297056" y="1006603"/>
                </a:moveTo>
                <a:lnTo>
                  <a:pt x="9826454" y="1477207"/>
                </a:lnTo>
                <a:lnTo>
                  <a:pt x="9826454" y="1534445"/>
                </a:lnTo>
                <a:lnTo>
                  <a:pt x="10297053" y="2005045"/>
                </a:lnTo>
                <a:lnTo>
                  <a:pt x="10766437" y="1535660"/>
                </a:lnTo>
                <a:lnTo>
                  <a:pt x="10766437" y="1475986"/>
                </a:lnTo>
                <a:close/>
                <a:moveTo>
                  <a:pt x="258361" y="922634"/>
                </a:moveTo>
                <a:lnTo>
                  <a:pt x="369186" y="922634"/>
                </a:lnTo>
                <a:lnTo>
                  <a:pt x="369186" y="1033459"/>
                </a:lnTo>
                <a:lnTo>
                  <a:pt x="258361" y="1033459"/>
                </a:lnTo>
                <a:close/>
                <a:moveTo>
                  <a:pt x="2359977" y="922633"/>
                </a:moveTo>
                <a:lnTo>
                  <a:pt x="2470802" y="922633"/>
                </a:lnTo>
                <a:lnTo>
                  <a:pt x="2470802" y="1033458"/>
                </a:lnTo>
                <a:lnTo>
                  <a:pt x="2359977" y="1033458"/>
                </a:lnTo>
                <a:close/>
                <a:moveTo>
                  <a:pt x="1309169" y="922633"/>
                </a:moveTo>
                <a:lnTo>
                  <a:pt x="1419993" y="922633"/>
                </a:lnTo>
                <a:lnTo>
                  <a:pt x="1419993" y="1033458"/>
                </a:lnTo>
                <a:lnTo>
                  <a:pt x="1309169" y="1033458"/>
                </a:lnTo>
                <a:close/>
                <a:moveTo>
                  <a:pt x="5512398" y="922633"/>
                </a:moveTo>
                <a:lnTo>
                  <a:pt x="5623223" y="922633"/>
                </a:lnTo>
                <a:lnTo>
                  <a:pt x="5623223" y="1033458"/>
                </a:lnTo>
                <a:lnTo>
                  <a:pt x="5512398" y="1033458"/>
                </a:lnTo>
                <a:close/>
                <a:moveTo>
                  <a:pt x="4461591" y="922633"/>
                </a:moveTo>
                <a:lnTo>
                  <a:pt x="4572415" y="922633"/>
                </a:lnTo>
                <a:lnTo>
                  <a:pt x="4572415" y="1033458"/>
                </a:lnTo>
                <a:lnTo>
                  <a:pt x="4461591" y="1033458"/>
                </a:lnTo>
                <a:close/>
                <a:moveTo>
                  <a:pt x="3410785" y="922633"/>
                </a:moveTo>
                <a:lnTo>
                  <a:pt x="3521610" y="922633"/>
                </a:lnTo>
                <a:lnTo>
                  <a:pt x="3521610" y="1033458"/>
                </a:lnTo>
                <a:lnTo>
                  <a:pt x="3410785" y="1033458"/>
                </a:lnTo>
                <a:close/>
                <a:moveTo>
                  <a:pt x="7614013" y="922633"/>
                </a:moveTo>
                <a:lnTo>
                  <a:pt x="7724838" y="922633"/>
                </a:lnTo>
                <a:lnTo>
                  <a:pt x="7724838" y="1033458"/>
                </a:lnTo>
                <a:lnTo>
                  <a:pt x="7614013" y="1033458"/>
                </a:lnTo>
                <a:close/>
                <a:moveTo>
                  <a:pt x="6563205" y="922633"/>
                </a:moveTo>
                <a:lnTo>
                  <a:pt x="6674030" y="922633"/>
                </a:lnTo>
                <a:lnTo>
                  <a:pt x="6674030" y="1033458"/>
                </a:lnTo>
                <a:lnTo>
                  <a:pt x="6563205" y="1033458"/>
                </a:lnTo>
                <a:close/>
                <a:moveTo>
                  <a:pt x="10766437" y="922633"/>
                </a:moveTo>
                <a:lnTo>
                  <a:pt x="10877262" y="922633"/>
                </a:lnTo>
                <a:lnTo>
                  <a:pt x="10877262" y="1033458"/>
                </a:lnTo>
                <a:lnTo>
                  <a:pt x="10766437" y="1033458"/>
                </a:lnTo>
                <a:close/>
                <a:moveTo>
                  <a:pt x="9715629" y="922633"/>
                </a:moveTo>
                <a:lnTo>
                  <a:pt x="9826454" y="922633"/>
                </a:lnTo>
                <a:lnTo>
                  <a:pt x="9826454" y="1033458"/>
                </a:lnTo>
                <a:lnTo>
                  <a:pt x="9715629" y="1033458"/>
                </a:lnTo>
                <a:close/>
                <a:moveTo>
                  <a:pt x="8664821" y="922633"/>
                </a:moveTo>
                <a:lnTo>
                  <a:pt x="8775646" y="922633"/>
                </a:lnTo>
                <a:lnTo>
                  <a:pt x="8775646" y="1033458"/>
                </a:lnTo>
                <a:lnTo>
                  <a:pt x="8664821" y="1033458"/>
                </a:lnTo>
                <a:close/>
                <a:moveTo>
                  <a:pt x="11817249" y="922633"/>
                </a:moveTo>
                <a:lnTo>
                  <a:pt x="11928074" y="922633"/>
                </a:lnTo>
                <a:lnTo>
                  <a:pt x="11928074" y="1033458"/>
                </a:lnTo>
                <a:lnTo>
                  <a:pt x="11817249" y="1033458"/>
                </a:lnTo>
                <a:close/>
                <a:moveTo>
                  <a:pt x="1337485" y="510062"/>
                </a:moveTo>
                <a:lnTo>
                  <a:pt x="867065" y="980486"/>
                </a:lnTo>
                <a:lnTo>
                  <a:pt x="1333712" y="1447134"/>
                </a:lnTo>
                <a:lnTo>
                  <a:pt x="1398855" y="1447134"/>
                </a:lnTo>
                <a:lnTo>
                  <a:pt x="1865501" y="980486"/>
                </a:lnTo>
                <a:lnTo>
                  <a:pt x="1395081" y="510062"/>
                </a:lnTo>
                <a:close/>
                <a:moveTo>
                  <a:pt x="2388173" y="510062"/>
                </a:moveTo>
                <a:lnTo>
                  <a:pt x="1917745" y="980486"/>
                </a:lnTo>
                <a:lnTo>
                  <a:pt x="2384399" y="1447134"/>
                </a:lnTo>
                <a:lnTo>
                  <a:pt x="2449542" y="1447134"/>
                </a:lnTo>
                <a:lnTo>
                  <a:pt x="2916189" y="980486"/>
                </a:lnTo>
                <a:lnTo>
                  <a:pt x="2445767" y="510062"/>
                </a:lnTo>
                <a:close/>
                <a:moveTo>
                  <a:pt x="3438856" y="510062"/>
                </a:moveTo>
                <a:lnTo>
                  <a:pt x="2968432" y="980486"/>
                </a:lnTo>
                <a:lnTo>
                  <a:pt x="3435083" y="1447134"/>
                </a:lnTo>
                <a:lnTo>
                  <a:pt x="3500228" y="1447134"/>
                </a:lnTo>
                <a:lnTo>
                  <a:pt x="3966865" y="980485"/>
                </a:lnTo>
                <a:lnTo>
                  <a:pt x="3496454" y="510062"/>
                </a:lnTo>
                <a:close/>
                <a:moveTo>
                  <a:pt x="4489518" y="510062"/>
                </a:moveTo>
                <a:lnTo>
                  <a:pt x="4019109" y="980485"/>
                </a:lnTo>
                <a:lnTo>
                  <a:pt x="4485744" y="1447134"/>
                </a:lnTo>
                <a:lnTo>
                  <a:pt x="4550887" y="1447134"/>
                </a:lnTo>
                <a:lnTo>
                  <a:pt x="5017543" y="980483"/>
                </a:lnTo>
                <a:lnTo>
                  <a:pt x="4547118" y="510062"/>
                </a:lnTo>
                <a:close/>
                <a:moveTo>
                  <a:pt x="5540201" y="510062"/>
                </a:moveTo>
                <a:lnTo>
                  <a:pt x="5069792" y="980483"/>
                </a:lnTo>
                <a:lnTo>
                  <a:pt x="5536431" y="1447134"/>
                </a:lnTo>
                <a:lnTo>
                  <a:pt x="5601567" y="1447134"/>
                </a:lnTo>
                <a:lnTo>
                  <a:pt x="6068204" y="980484"/>
                </a:lnTo>
                <a:lnTo>
                  <a:pt x="5597797" y="510062"/>
                </a:lnTo>
                <a:close/>
                <a:moveTo>
                  <a:pt x="6590867" y="510062"/>
                </a:moveTo>
                <a:lnTo>
                  <a:pt x="6120447" y="980484"/>
                </a:lnTo>
                <a:lnTo>
                  <a:pt x="6587095" y="1447133"/>
                </a:lnTo>
                <a:lnTo>
                  <a:pt x="6652238" y="1447133"/>
                </a:lnTo>
                <a:lnTo>
                  <a:pt x="7118887" y="980483"/>
                </a:lnTo>
                <a:lnTo>
                  <a:pt x="6648468" y="510062"/>
                </a:lnTo>
                <a:close/>
                <a:moveTo>
                  <a:pt x="7641550" y="510061"/>
                </a:moveTo>
                <a:lnTo>
                  <a:pt x="7171131" y="980482"/>
                </a:lnTo>
                <a:lnTo>
                  <a:pt x="7637780" y="1447133"/>
                </a:lnTo>
                <a:lnTo>
                  <a:pt x="7702919" y="1447133"/>
                </a:lnTo>
                <a:lnTo>
                  <a:pt x="8169568" y="980483"/>
                </a:lnTo>
                <a:lnTo>
                  <a:pt x="7699149" y="510061"/>
                </a:lnTo>
                <a:close/>
                <a:moveTo>
                  <a:pt x="8692232" y="510061"/>
                </a:moveTo>
                <a:lnTo>
                  <a:pt x="8221811" y="980484"/>
                </a:lnTo>
                <a:lnTo>
                  <a:pt x="8688459" y="1447133"/>
                </a:lnTo>
                <a:lnTo>
                  <a:pt x="8753603" y="1447133"/>
                </a:lnTo>
                <a:lnTo>
                  <a:pt x="9220250" y="980484"/>
                </a:lnTo>
                <a:lnTo>
                  <a:pt x="8749829" y="510061"/>
                </a:lnTo>
                <a:close/>
                <a:moveTo>
                  <a:pt x="10793597" y="510061"/>
                </a:moveTo>
                <a:lnTo>
                  <a:pt x="10323178" y="980482"/>
                </a:lnTo>
                <a:lnTo>
                  <a:pt x="10789828" y="1447133"/>
                </a:lnTo>
                <a:lnTo>
                  <a:pt x="10854964" y="1447133"/>
                </a:lnTo>
                <a:lnTo>
                  <a:pt x="11321613" y="980483"/>
                </a:lnTo>
                <a:lnTo>
                  <a:pt x="10851193" y="510061"/>
                </a:lnTo>
                <a:close/>
                <a:moveTo>
                  <a:pt x="9742913" y="510061"/>
                </a:moveTo>
                <a:lnTo>
                  <a:pt x="9272493" y="980483"/>
                </a:lnTo>
                <a:lnTo>
                  <a:pt x="9739141" y="1447133"/>
                </a:lnTo>
                <a:lnTo>
                  <a:pt x="9804283" y="1447133"/>
                </a:lnTo>
                <a:lnTo>
                  <a:pt x="10270933" y="980481"/>
                </a:lnTo>
                <a:lnTo>
                  <a:pt x="9800515" y="510061"/>
                </a:lnTo>
                <a:close/>
                <a:moveTo>
                  <a:pt x="783785" y="399238"/>
                </a:moveTo>
                <a:lnTo>
                  <a:pt x="894609" y="399238"/>
                </a:lnTo>
                <a:lnTo>
                  <a:pt x="894609" y="510062"/>
                </a:lnTo>
                <a:lnTo>
                  <a:pt x="783785" y="510062"/>
                </a:lnTo>
                <a:close/>
                <a:moveTo>
                  <a:pt x="2885401" y="399237"/>
                </a:moveTo>
                <a:lnTo>
                  <a:pt x="2996227" y="399237"/>
                </a:lnTo>
                <a:lnTo>
                  <a:pt x="2996227" y="510062"/>
                </a:lnTo>
                <a:lnTo>
                  <a:pt x="2885401" y="510062"/>
                </a:lnTo>
                <a:close/>
                <a:moveTo>
                  <a:pt x="1834590" y="399237"/>
                </a:moveTo>
                <a:lnTo>
                  <a:pt x="1945415" y="399237"/>
                </a:lnTo>
                <a:lnTo>
                  <a:pt x="1945415" y="510062"/>
                </a:lnTo>
                <a:lnTo>
                  <a:pt x="1834590" y="510062"/>
                </a:lnTo>
                <a:close/>
                <a:moveTo>
                  <a:pt x="3936208" y="399237"/>
                </a:moveTo>
                <a:lnTo>
                  <a:pt x="4047032" y="399237"/>
                </a:lnTo>
                <a:lnTo>
                  <a:pt x="4047032" y="510062"/>
                </a:lnTo>
                <a:lnTo>
                  <a:pt x="3936208" y="510062"/>
                </a:lnTo>
                <a:close/>
                <a:moveTo>
                  <a:pt x="4987004" y="399237"/>
                </a:moveTo>
                <a:lnTo>
                  <a:pt x="5097834" y="399237"/>
                </a:lnTo>
                <a:lnTo>
                  <a:pt x="5097834" y="510062"/>
                </a:lnTo>
                <a:lnTo>
                  <a:pt x="4987004" y="510062"/>
                </a:lnTo>
                <a:close/>
                <a:moveTo>
                  <a:pt x="6037802" y="399237"/>
                </a:moveTo>
                <a:lnTo>
                  <a:pt x="6148626" y="399237"/>
                </a:lnTo>
                <a:lnTo>
                  <a:pt x="6148626" y="510062"/>
                </a:lnTo>
                <a:lnTo>
                  <a:pt x="6037802" y="510062"/>
                </a:lnTo>
                <a:close/>
                <a:moveTo>
                  <a:pt x="7088609" y="399237"/>
                </a:moveTo>
                <a:lnTo>
                  <a:pt x="7199434" y="399237"/>
                </a:lnTo>
                <a:lnTo>
                  <a:pt x="7199434" y="510061"/>
                </a:lnTo>
                <a:lnTo>
                  <a:pt x="7088609" y="510061"/>
                </a:lnTo>
                <a:close/>
                <a:moveTo>
                  <a:pt x="8139417" y="399237"/>
                </a:moveTo>
                <a:lnTo>
                  <a:pt x="8250242" y="399237"/>
                </a:lnTo>
                <a:lnTo>
                  <a:pt x="8250242" y="510061"/>
                </a:lnTo>
                <a:lnTo>
                  <a:pt x="8139417" y="510061"/>
                </a:lnTo>
                <a:close/>
                <a:moveTo>
                  <a:pt x="9190225" y="399236"/>
                </a:moveTo>
                <a:lnTo>
                  <a:pt x="9301050" y="399236"/>
                </a:lnTo>
                <a:lnTo>
                  <a:pt x="9301050" y="510061"/>
                </a:lnTo>
                <a:lnTo>
                  <a:pt x="9190225" y="510061"/>
                </a:lnTo>
                <a:close/>
                <a:moveTo>
                  <a:pt x="10241033" y="399236"/>
                </a:moveTo>
                <a:lnTo>
                  <a:pt x="10351858" y="399236"/>
                </a:lnTo>
                <a:lnTo>
                  <a:pt x="10351858" y="510061"/>
                </a:lnTo>
                <a:lnTo>
                  <a:pt x="10241033" y="510061"/>
                </a:lnTo>
                <a:close/>
                <a:moveTo>
                  <a:pt x="11291841" y="399236"/>
                </a:moveTo>
                <a:lnTo>
                  <a:pt x="11402666" y="399236"/>
                </a:lnTo>
                <a:lnTo>
                  <a:pt x="11402666" y="510061"/>
                </a:lnTo>
                <a:lnTo>
                  <a:pt x="11291841" y="510061"/>
                </a:lnTo>
                <a:close/>
                <a:moveTo>
                  <a:pt x="6138405" y="0"/>
                </a:moveTo>
                <a:lnTo>
                  <a:pt x="6190649" y="0"/>
                </a:lnTo>
                <a:lnTo>
                  <a:pt x="6589887" y="399237"/>
                </a:lnTo>
                <a:lnTo>
                  <a:pt x="6649449" y="399237"/>
                </a:lnTo>
                <a:lnTo>
                  <a:pt x="7048684" y="2"/>
                </a:lnTo>
                <a:lnTo>
                  <a:pt x="7100928" y="2"/>
                </a:lnTo>
                <a:lnTo>
                  <a:pt x="6674030" y="426899"/>
                </a:lnTo>
                <a:lnTo>
                  <a:pt x="6674030" y="483379"/>
                </a:lnTo>
                <a:lnTo>
                  <a:pt x="7145009" y="954361"/>
                </a:lnTo>
                <a:lnTo>
                  <a:pt x="7614013" y="485355"/>
                </a:lnTo>
                <a:lnTo>
                  <a:pt x="7614013" y="424926"/>
                </a:lnTo>
                <a:lnTo>
                  <a:pt x="7189086" y="0"/>
                </a:lnTo>
                <a:lnTo>
                  <a:pt x="7241329" y="0"/>
                </a:lnTo>
                <a:lnTo>
                  <a:pt x="7640566" y="399237"/>
                </a:lnTo>
                <a:lnTo>
                  <a:pt x="7700131" y="399237"/>
                </a:lnTo>
                <a:lnTo>
                  <a:pt x="8099367" y="1"/>
                </a:lnTo>
                <a:lnTo>
                  <a:pt x="8151611" y="1"/>
                </a:lnTo>
                <a:lnTo>
                  <a:pt x="7724838" y="426774"/>
                </a:lnTo>
                <a:lnTo>
                  <a:pt x="7724838" y="483508"/>
                </a:lnTo>
                <a:lnTo>
                  <a:pt x="8195689" y="954363"/>
                </a:lnTo>
                <a:lnTo>
                  <a:pt x="8664821" y="485229"/>
                </a:lnTo>
                <a:lnTo>
                  <a:pt x="8664821" y="425053"/>
                </a:lnTo>
                <a:lnTo>
                  <a:pt x="8239767" y="0"/>
                </a:lnTo>
                <a:lnTo>
                  <a:pt x="8292011" y="0"/>
                </a:lnTo>
                <a:lnTo>
                  <a:pt x="8691248" y="399236"/>
                </a:lnTo>
                <a:lnTo>
                  <a:pt x="8750812" y="399236"/>
                </a:lnTo>
                <a:lnTo>
                  <a:pt x="9150049" y="1"/>
                </a:lnTo>
                <a:lnTo>
                  <a:pt x="9202293" y="1"/>
                </a:lnTo>
                <a:lnTo>
                  <a:pt x="8775646" y="426647"/>
                </a:lnTo>
                <a:lnTo>
                  <a:pt x="8775646" y="483635"/>
                </a:lnTo>
                <a:lnTo>
                  <a:pt x="9246372" y="954363"/>
                </a:lnTo>
                <a:lnTo>
                  <a:pt x="9715629" y="485103"/>
                </a:lnTo>
                <a:lnTo>
                  <a:pt x="9715629" y="425175"/>
                </a:lnTo>
                <a:lnTo>
                  <a:pt x="9290453" y="0"/>
                </a:lnTo>
                <a:lnTo>
                  <a:pt x="9342696" y="0"/>
                </a:lnTo>
                <a:lnTo>
                  <a:pt x="9741934" y="399236"/>
                </a:lnTo>
                <a:lnTo>
                  <a:pt x="9801496" y="399236"/>
                </a:lnTo>
                <a:lnTo>
                  <a:pt x="10200732" y="1"/>
                </a:lnTo>
                <a:lnTo>
                  <a:pt x="10252974" y="1"/>
                </a:lnTo>
                <a:lnTo>
                  <a:pt x="9826454" y="426520"/>
                </a:lnTo>
                <a:lnTo>
                  <a:pt x="9826454" y="483756"/>
                </a:lnTo>
                <a:lnTo>
                  <a:pt x="10297055" y="954360"/>
                </a:lnTo>
                <a:lnTo>
                  <a:pt x="10766437" y="484975"/>
                </a:lnTo>
                <a:lnTo>
                  <a:pt x="10766437" y="425305"/>
                </a:lnTo>
                <a:lnTo>
                  <a:pt x="10341131" y="0"/>
                </a:lnTo>
                <a:lnTo>
                  <a:pt x="10393375" y="0"/>
                </a:lnTo>
                <a:lnTo>
                  <a:pt x="10792612" y="399236"/>
                </a:lnTo>
                <a:lnTo>
                  <a:pt x="10852176" y="399236"/>
                </a:lnTo>
                <a:lnTo>
                  <a:pt x="11251411" y="3"/>
                </a:lnTo>
                <a:lnTo>
                  <a:pt x="11303657" y="3"/>
                </a:lnTo>
                <a:lnTo>
                  <a:pt x="10877262" y="426397"/>
                </a:lnTo>
                <a:lnTo>
                  <a:pt x="10877262" y="483887"/>
                </a:lnTo>
                <a:lnTo>
                  <a:pt x="11347735" y="954362"/>
                </a:lnTo>
                <a:lnTo>
                  <a:pt x="11817249" y="484846"/>
                </a:lnTo>
                <a:lnTo>
                  <a:pt x="11817249" y="425436"/>
                </a:lnTo>
                <a:lnTo>
                  <a:pt x="11391812" y="0"/>
                </a:lnTo>
                <a:lnTo>
                  <a:pt x="11444056" y="0"/>
                </a:lnTo>
                <a:lnTo>
                  <a:pt x="11843293" y="399236"/>
                </a:lnTo>
                <a:lnTo>
                  <a:pt x="11902859" y="399236"/>
                </a:lnTo>
                <a:lnTo>
                  <a:pt x="12191973" y="110123"/>
                </a:lnTo>
                <a:lnTo>
                  <a:pt x="12191973" y="162366"/>
                </a:lnTo>
                <a:lnTo>
                  <a:pt x="11928074" y="426265"/>
                </a:lnTo>
                <a:lnTo>
                  <a:pt x="11928074" y="484017"/>
                </a:lnTo>
                <a:lnTo>
                  <a:pt x="12191974" y="747926"/>
                </a:lnTo>
                <a:lnTo>
                  <a:pt x="12191974" y="800166"/>
                </a:lnTo>
                <a:lnTo>
                  <a:pt x="11901874" y="510061"/>
                </a:lnTo>
                <a:lnTo>
                  <a:pt x="11844278" y="510061"/>
                </a:lnTo>
                <a:lnTo>
                  <a:pt x="11373857" y="980483"/>
                </a:lnTo>
                <a:lnTo>
                  <a:pt x="11840505" y="1447132"/>
                </a:lnTo>
                <a:lnTo>
                  <a:pt x="11905645" y="1447132"/>
                </a:lnTo>
                <a:lnTo>
                  <a:pt x="12191976" y="1160803"/>
                </a:lnTo>
                <a:lnTo>
                  <a:pt x="12191976" y="1213046"/>
                </a:lnTo>
                <a:lnTo>
                  <a:pt x="11928074" y="1476947"/>
                </a:lnTo>
                <a:lnTo>
                  <a:pt x="11928074" y="1534702"/>
                </a:lnTo>
                <a:lnTo>
                  <a:pt x="12191975" y="1798604"/>
                </a:lnTo>
                <a:lnTo>
                  <a:pt x="12191975" y="1850847"/>
                </a:lnTo>
                <a:lnTo>
                  <a:pt x="11899087" y="1557957"/>
                </a:lnTo>
                <a:lnTo>
                  <a:pt x="11847063" y="1557957"/>
                </a:lnTo>
                <a:lnTo>
                  <a:pt x="11373858" y="2031163"/>
                </a:lnTo>
                <a:lnTo>
                  <a:pt x="11842778" y="2500070"/>
                </a:lnTo>
                <a:lnTo>
                  <a:pt x="11903378" y="2500070"/>
                </a:lnTo>
                <a:lnTo>
                  <a:pt x="12191975" y="2211473"/>
                </a:lnTo>
                <a:lnTo>
                  <a:pt x="12191974" y="2263716"/>
                </a:lnTo>
                <a:lnTo>
                  <a:pt x="11928074" y="2527616"/>
                </a:lnTo>
                <a:lnTo>
                  <a:pt x="11928074" y="2585366"/>
                </a:lnTo>
                <a:lnTo>
                  <a:pt x="12191978" y="2849270"/>
                </a:lnTo>
                <a:lnTo>
                  <a:pt x="12191977" y="2901515"/>
                </a:lnTo>
                <a:lnTo>
                  <a:pt x="11901357" y="2610895"/>
                </a:lnTo>
                <a:lnTo>
                  <a:pt x="11844795" y="2610895"/>
                </a:lnTo>
                <a:lnTo>
                  <a:pt x="11373856" y="3081835"/>
                </a:lnTo>
                <a:lnTo>
                  <a:pt x="11843230" y="3551209"/>
                </a:lnTo>
                <a:lnTo>
                  <a:pt x="11902922" y="3551209"/>
                </a:lnTo>
                <a:lnTo>
                  <a:pt x="12191974" y="3262156"/>
                </a:lnTo>
                <a:lnTo>
                  <a:pt x="12191974" y="3314400"/>
                </a:lnTo>
                <a:lnTo>
                  <a:pt x="11928074" y="3578299"/>
                </a:lnTo>
                <a:lnTo>
                  <a:pt x="11928074" y="3636053"/>
                </a:lnTo>
                <a:lnTo>
                  <a:pt x="12191975" y="3899954"/>
                </a:lnTo>
                <a:lnTo>
                  <a:pt x="12191975" y="3952198"/>
                </a:lnTo>
                <a:lnTo>
                  <a:pt x="11901811" y="3662034"/>
                </a:lnTo>
                <a:lnTo>
                  <a:pt x="11844339" y="3662034"/>
                </a:lnTo>
                <a:lnTo>
                  <a:pt x="11373856" y="4132518"/>
                </a:lnTo>
                <a:lnTo>
                  <a:pt x="11813331" y="4571992"/>
                </a:lnTo>
                <a:lnTo>
                  <a:pt x="11761089" y="4571991"/>
                </a:lnTo>
                <a:lnTo>
                  <a:pt x="11347736" y="4158638"/>
                </a:lnTo>
                <a:lnTo>
                  <a:pt x="10934382" y="4571992"/>
                </a:lnTo>
                <a:lnTo>
                  <a:pt x="10882138" y="4571992"/>
                </a:lnTo>
                <a:lnTo>
                  <a:pt x="11321614" y="4132516"/>
                </a:lnTo>
                <a:lnTo>
                  <a:pt x="10851132" y="3662034"/>
                </a:lnTo>
                <a:lnTo>
                  <a:pt x="10793656" y="3662034"/>
                </a:lnTo>
                <a:lnTo>
                  <a:pt x="10323175" y="4132515"/>
                </a:lnTo>
                <a:lnTo>
                  <a:pt x="10762651" y="4571991"/>
                </a:lnTo>
                <a:lnTo>
                  <a:pt x="10710406" y="4571992"/>
                </a:lnTo>
                <a:lnTo>
                  <a:pt x="10297052" y="4158638"/>
                </a:lnTo>
                <a:lnTo>
                  <a:pt x="9883699" y="4571992"/>
                </a:lnTo>
                <a:lnTo>
                  <a:pt x="9831456" y="4571992"/>
                </a:lnTo>
                <a:lnTo>
                  <a:pt x="10270931" y="4132517"/>
                </a:lnTo>
                <a:lnTo>
                  <a:pt x="9800448" y="3662034"/>
                </a:lnTo>
                <a:lnTo>
                  <a:pt x="9742974" y="3662034"/>
                </a:lnTo>
                <a:lnTo>
                  <a:pt x="9272491" y="4132517"/>
                </a:lnTo>
                <a:lnTo>
                  <a:pt x="9711968" y="4571993"/>
                </a:lnTo>
                <a:lnTo>
                  <a:pt x="9659723" y="4571993"/>
                </a:lnTo>
                <a:lnTo>
                  <a:pt x="9246369" y="4158639"/>
                </a:lnTo>
                <a:lnTo>
                  <a:pt x="8833016" y="4571992"/>
                </a:lnTo>
                <a:lnTo>
                  <a:pt x="8780772" y="4571992"/>
                </a:lnTo>
                <a:lnTo>
                  <a:pt x="9220247" y="4132517"/>
                </a:lnTo>
                <a:lnTo>
                  <a:pt x="8749764" y="3662034"/>
                </a:lnTo>
                <a:lnTo>
                  <a:pt x="8692294" y="3662034"/>
                </a:lnTo>
                <a:lnTo>
                  <a:pt x="8221812" y="4132516"/>
                </a:lnTo>
                <a:lnTo>
                  <a:pt x="8661288" y="4571992"/>
                </a:lnTo>
                <a:lnTo>
                  <a:pt x="8609042" y="4571992"/>
                </a:lnTo>
                <a:lnTo>
                  <a:pt x="8195689" y="4158639"/>
                </a:lnTo>
                <a:lnTo>
                  <a:pt x="7782334" y="4571994"/>
                </a:lnTo>
                <a:lnTo>
                  <a:pt x="7730092" y="4571994"/>
                </a:lnTo>
                <a:lnTo>
                  <a:pt x="8169568" y="4132518"/>
                </a:lnTo>
                <a:lnTo>
                  <a:pt x="7699085" y="3662034"/>
                </a:lnTo>
                <a:lnTo>
                  <a:pt x="7641614" y="3662034"/>
                </a:lnTo>
                <a:lnTo>
                  <a:pt x="7171129" y="4132518"/>
                </a:lnTo>
                <a:lnTo>
                  <a:pt x="7610604" y="4571993"/>
                </a:lnTo>
                <a:lnTo>
                  <a:pt x="7558360" y="4571993"/>
                </a:lnTo>
                <a:lnTo>
                  <a:pt x="7145007" y="4158640"/>
                </a:lnTo>
                <a:lnTo>
                  <a:pt x="6731655" y="4571993"/>
                </a:lnTo>
                <a:lnTo>
                  <a:pt x="6679410" y="4571993"/>
                </a:lnTo>
                <a:lnTo>
                  <a:pt x="7118885" y="4132518"/>
                </a:lnTo>
                <a:lnTo>
                  <a:pt x="6648402" y="3662034"/>
                </a:lnTo>
                <a:lnTo>
                  <a:pt x="6590932" y="3662034"/>
                </a:lnTo>
                <a:lnTo>
                  <a:pt x="6120448" y="4132519"/>
                </a:lnTo>
                <a:lnTo>
                  <a:pt x="6559922" y="4571993"/>
                </a:lnTo>
                <a:lnTo>
                  <a:pt x="6507678" y="4571993"/>
                </a:lnTo>
                <a:lnTo>
                  <a:pt x="6094326" y="4158641"/>
                </a:lnTo>
                <a:lnTo>
                  <a:pt x="5680985" y="4571992"/>
                </a:lnTo>
                <a:lnTo>
                  <a:pt x="5628744" y="4571992"/>
                </a:lnTo>
                <a:lnTo>
                  <a:pt x="6068205" y="4132519"/>
                </a:lnTo>
                <a:lnTo>
                  <a:pt x="5597731" y="3662034"/>
                </a:lnTo>
                <a:lnTo>
                  <a:pt x="5540263" y="3662034"/>
                </a:lnTo>
                <a:lnTo>
                  <a:pt x="5069789" y="4132518"/>
                </a:lnTo>
                <a:lnTo>
                  <a:pt x="5509253" y="4571993"/>
                </a:lnTo>
                <a:lnTo>
                  <a:pt x="5457012" y="4571993"/>
                </a:lnTo>
                <a:lnTo>
                  <a:pt x="5043664" y="4158640"/>
                </a:lnTo>
                <a:lnTo>
                  <a:pt x="4630303" y="4571992"/>
                </a:lnTo>
                <a:lnTo>
                  <a:pt x="4578059" y="4571992"/>
                </a:lnTo>
                <a:lnTo>
                  <a:pt x="5017539" y="4132518"/>
                </a:lnTo>
                <a:lnTo>
                  <a:pt x="4547049" y="3662034"/>
                </a:lnTo>
                <a:lnTo>
                  <a:pt x="4489581" y="3662034"/>
                </a:lnTo>
                <a:lnTo>
                  <a:pt x="4019108" y="4132519"/>
                </a:lnTo>
                <a:lnTo>
                  <a:pt x="4458568" y="4571993"/>
                </a:lnTo>
                <a:lnTo>
                  <a:pt x="4406323" y="4571993"/>
                </a:lnTo>
                <a:lnTo>
                  <a:pt x="3992985" y="4158641"/>
                </a:lnTo>
                <a:lnTo>
                  <a:pt x="3579645" y="4571992"/>
                </a:lnTo>
                <a:lnTo>
                  <a:pt x="3527403" y="4571992"/>
                </a:lnTo>
                <a:lnTo>
                  <a:pt x="3966864" y="4132520"/>
                </a:lnTo>
                <a:lnTo>
                  <a:pt x="3496388" y="3662034"/>
                </a:lnTo>
                <a:lnTo>
                  <a:pt x="3438920" y="3662034"/>
                </a:lnTo>
                <a:lnTo>
                  <a:pt x="2968432" y="4132519"/>
                </a:lnTo>
                <a:lnTo>
                  <a:pt x="3407908" y="4571992"/>
                </a:lnTo>
                <a:lnTo>
                  <a:pt x="3355663" y="4571992"/>
                </a:lnTo>
                <a:lnTo>
                  <a:pt x="2942311" y="4158641"/>
                </a:lnTo>
                <a:lnTo>
                  <a:pt x="2528961" y="4571991"/>
                </a:lnTo>
                <a:lnTo>
                  <a:pt x="2476717" y="4571991"/>
                </a:lnTo>
                <a:lnTo>
                  <a:pt x="2916189" y="4132519"/>
                </a:lnTo>
                <a:lnTo>
                  <a:pt x="2445706" y="3662034"/>
                </a:lnTo>
                <a:lnTo>
                  <a:pt x="2388237" y="3662034"/>
                </a:lnTo>
                <a:lnTo>
                  <a:pt x="1917745" y="4132520"/>
                </a:lnTo>
                <a:lnTo>
                  <a:pt x="2357225" y="4571992"/>
                </a:lnTo>
                <a:lnTo>
                  <a:pt x="2304981" y="4571993"/>
                </a:lnTo>
                <a:lnTo>
                  <a:pt x="1891623" y="4158642"/>
                </a:lnTo>
                <a:lnTo>
                  <a:pt x="1478275" y="4571991"/>
                </a:lnTo>
                <a:lnTo>
                  <a:pt x="1426031" y="4571991"/>
                </a:lnTo>
                <a:lnTo>
                  <a:pt x="1865501" y="4132520"/>
                </a:lnTo>
                <a:lnTo>
                  <a:pt x="1395017" y="3662034"/>
                </a:lnTo>
                <a:lnTo>
                  <a:pt x="1337551" y="3662034"/>
                </a:lnTo>
                <a:lnTo>
                  <a:pt x="867066" y="4132521"/>
                </a:lnTo>
                <a:lnTo>
                  <a:pt x="1306536" y="4571992"/>
                </a:lnTo>
                <a:lnTo>
                  <a:pt x="1254292" y="4571992"/>
                </a:lnTo>
                <a:lnTo>
                  <a:pt x="840944" y="4158643"/>
                </a:lnTo>
                <a:lnTo>
                  <a:pt x="427595" y="4571993"/>
                </a:lnTo>
                <a:lnTo>
                  <a:pt x="375351" y="4571993"/>
                </a:lnTo>
                <a:lnTo>
                  <a:pt x="814822" y="4132521"/>
                </a:lnTo>
                <a:lnTo>
                  <a:pt x="344336" y="3662034"/>
                </a:lnTo>
                <a:lnTo>
                  <a:pt x="286870" y="3662034"/>
                </a:lnTo>
                <a:lnTo>
                  <a:pt x="5" y="3948900"/>
                </a:lnTo>
                <a:lnTo>
                  <a:pt x="5" y="3896656"/>
                </a:lnTo>
                <a:lnTo>
                  <a:pt x="258369" y="3638291"/>
                </a:lnTo>
                <a:lnTo>
                  <a:pt x="258369" y="3576066"/>
                </a:lnTo>
                <a:lnTo>
                  <a:pt x="1" y="3317698"/>
                </a:lnTo>
                <a:lnTo>
                  <a:pt x="1" y="3265454"/>
                </a:lnTo>
                <a:lnTo>
                  <a:pt x="285756" y="3551209"/>
                </a:lnTo>
                <a:lnTo>
                  <a:pt x="345451" y="3551209"/>
                </a:lnTo>
                <a:lnTo>
                  <a:pt x="814822" y="3081838"/>
                </a:lnTo>
                <a:lnTo>
                  <a:pt x="343880" y="2610895"/>
                </a:lnTo>
                <a:lnTo>
                  <a:pt x="287328" y="2610895"/>
                </a:lnTo>
                <a:lnTo>
                  <a:pt x="6" y="2898217"/>
                </a:lnTo>
                <a:lnTo>
                  <a:pt x="6" y="2845973"/>
                </a:lnTo>
                <a:lnTo>
                  <a:pt x="258373" y="2587605"/>
                </a:lnTo>
                <a:lnTo>
                  <a:pt x="258373" y="2525388"/>
                </a:lnTo>
                <a:lnTo>
                  <a:pt x="1" y="2267015"/>
                </a:lnTo>
                <a:lnTo>
                  <a:pt x="0" y="2214770"/>
                </a:lnTo>
                <a:lnTo>
                  <a:pt x="285299" y="2500070"/>
                </a:lnTo>
                <a:lnTo>
                  <a:pt x="345909" y="2500070"/>
                </a:lnTo>
                <a:lnTo>
                  <a:pt x="814822" y="2031167"/>
                </a:lnTo>
                <a:lnTo>
                  <a:pt x="341616" y="1557959"/>
                </a:lnTo>
                <a:lnTo>
                  <a:pt x="289593" y="1557959"/>
                </a:lnTo>
                <a:lnTo>
                  <a:pt x="4" y="1847551"/>
                </a:lnTo>
                <a:lnTo>
                  <a:pt x="4" y="1795307"/>
                </a:lnTo>
                <a:lnTo>
                  <a:pt x="258377" y="1536932"/>
                </a:lnTo>
                <a:lnTo>
                  <a:pt x="258377" y="1474721"/>
                </a:lnTo>
                <a:lnTo>
                  <a:pt x="2" y="1216345"/>
                </a:lnTo>
                <a:lnTo>
                  <a:pt x="2" y="1164102"/>
                </a:lnTo>
                <a:lnTo>
                  <a:pt x="283034" y="1447135"/>
                </a:lnTo>
                <a:lnTo>
                  <a:pt x="348175" y="1447135"/>
                </a:lnTo>
                <a:lnTo>
                  <a:pt x="814821" y="980486"/>
                </a:lnTo>
                <a:lnTo>
                  <a:pt x="344401" y="510062"/>
                </a:lnTo>
                <a:lnTo>
                  <a:pt x="286805" y="510062"/>
                </a:lnTo>
                <a:lnTo>
                  <a:pt x="5" y="796868"/>
                </a:lnTo>
                <a:lnTo>
                  <a:pt x="5" y="744628"/>
                </a:lnTo>
                <a:lnTo>
                  <a:pt x="258382" y="486242"/>
                </a:lnTo>
                <a:lnTo>
                  <a:pt x="258382" y="424043"/>
                </a:lnTo>
                <a:lnTo>
                  <a:pt x="3" y="165664"/>
                </a:lnTo>
                <a:lnTo>
                  <a:pt x="3" y="113420"/>
                </a:lnTo>
                <a:lnTo>
                  <a:pt x="285820" y="399237"/>
                </a:lnTo>
                <a:lnTo>
                  <a:pt x="345386" y="399237"/>
                </a:lnTo>
                <a:lnTo>
                  <a:pt x="744622" y="2"/>
                </a:lnTo>
                <a:lnTo>
                  <a:pt x="796865" y="2"/>
                </a:lnTo>
                <a:lnTo>
                  <a:pt x="369206" y="427661"/>
                </a:lnTo>
                <a:lnTo>
                  <a:pt x="369206" y="482624"/>
                </a:lnTo>
                <a:lnTo>
                  <a:pt x="840943" y="954364"/>
                </a:lnTo>
                <a:lnTo>
                  <a:pt x="1309187" y="486116"/>
                </a:lnTo>
                <a:lnTo>
                  <a:pt x="1309187" y="424169"/>
                </a:lnTo>
                <a:lnTo>
                  <a:pt x="885019" y="0"/>
                </a:lnTo>
                <a:lnTo>
                  <a:pt x="937262" y="0"/>
                </a:lnTo>
                <a:lnTo>
                  <a:pt x="1336499" y="399237"/>
                </a:lnTo>
                <a:lnTo>
                  <a:pt x="1396066" y="399237"/>
                </a:lnTo>
                <a:lnTo>
                  <a:pt x="1795300" y="3"/>
                </a:lnTo>
                <a:lnTo>
                  <a:pt x="1847544" y="3"/>
                </a:lnTo>
                <a:lnTo>
                  <a:pt x="1420012" y="427535"/>
                </a:lnTo>
                <a:lnTo>
                  <a:pt x="1420012" y="482750"/>
                </a:lnTo>
                <a:lnTo>
                  <a:pt x="1891623" y="954365"/>
                </a:lnTo>
                <a:lnTo>
                  <a:pt x="2360001" y="485992"/>
                </a:lnTo>
                <a:lnTo>
                  <a:pt x="2360001" y="424295"/>
                </a:lnTo>
                <a:lnTo>
                  <a:pt x="1935698" y="0"/>
                </a:lnTo>
                <a:lnTo>
                  <a:pt x="1987943" y="0"/>
                </a:lnTo>
                <a:lnTo>
                  <a:pt x="2387187" y="399237"/>
                </a:lnTo>
                <a:lnTo>
                  <a:pt x="2446755" y="399237"/>
                </a:lnTo>
                <a:lnTo>
                  <a:pt x="2845991" y="2"/>
                </a:lnTo>
                <a:lnTo>
                  <a:pt x="2898236" y="2"/>
                </a:lnTo>
                <a:lnTo>
                  <a:pt x="2470825" y="427411"/>
                </a:lnTo>
                <a:lnTo>
                  <a:pt x="2470825" y="482875"/>
                </a:lnTo>
                <a:lnTo>
                  <a:pt x="2942310" y="954365"/>
                </a:lnTo>
                <a:lnTo>
                  <a:pt x="3410809" y="485866"/>
                </a:lnTo>
                <a:lnTo>
                  <a:pt x="3410809" y="424419"/>
                </a:lnTo>
                <a:lnTo>
                  <a:pt x="2986386" y="0"/>
                </a:lnTo>
                <a:lnTo>
                  <a:pt x="3038626" y="0"/>
                </a:lnTo>
                <a:lnTo>
                  <a:pt x="3437870" y="399237"/>
                </a:lnTo>
                <a:lnTo>
                  <a:pt x="3497441" y="399237"/>
                </a:lnTo>
                <a:lnTo>
                  <a:pt x="3896667" y="2"/>
                </a:lnTo>
                <a:lnTo>
                  <a:pt x="3948913" y="2"/>
                </a:lnTo>
                <a:lnTo>
                  <a:pt x="3521637" y="427285"/>
                </a:lnTo>
                <a:lnTo>
                  <a:pt x="3521637" y="483001"/>
                </a:lnTo>
                <a:lnTo>
                  <a:pt x="3992987" y="954364"/>
                </a:lnTo>
                <a:lnTo>
                  <a:pt x="4461599" y="485738"/>
                </a:lnTo>
                <a:lnTo>
                  <a:pt x="4461599" y="424543"/>
                </a:lnTo>
                <a:lnTo>
                  <a:pt x="4037068" y="1"/>
                </a:lnTo>
                <a:lnTo>
                  <a:pt x="4089312" y="1"/>
                </a:lnTo>
                <a:lnTo>
                  <a:pt x="4488534" y="399237"/>
                </a:lnTo>
                <a:lnTo>
                  <a:pt x="4548100" y="399237"/>
                </a:lnTo>
                <a:lnTo>
                  <a:pt x="4947332" y="4"/>
                </a:lnTo>
                <a:lnTo>
                  <a:pt x="4999581" y="4"/>
                </a:lnTo>
                <a:lnTo>
                  <a:pt x="4572422" y="427156"/>
                </a:lnTo>
                <a:lnTo>
                  <a:pt x="4572422" y="483126"/>
                </a:lnTo>
                <a:lnTo>
                  <a:pt x="5043667" y="954362"/>
                </a:lnTo>
                <a:lnTo>
                  <a:pt x="5512409" y="485609"/>
                </a:lnTo>
                <a:lnTo>
                  <a:pt x="5512409" y="424674"/>
                </a:lnTo>
                <a:lnTo>
                  <a:pt x="5087742" y="1"/>
                </a:lnTo>
                <a:lnTo>
                  <a:pt x="5139977" y="1"/>
                </a:lnTo>
                <a:lnTo>
                  <a:pt x="5539215" y="399237"/>
                </a:lnTo>
                <a:lnTo>
                  <a:pt x="5598781" y="399237"/>
                </a:lnTo>
                <a:lnTo>
                  <a:pt x="5998007" y="2"/>
                </a:lnTo>
                <a:lnTo>
                  <a:pt x="6050249" y="2"/>
                </a:lnTo>
                <a:lnTo>
                  <a:pt x="5623232" y="427030"/>
                </a:lnTo>
                <a:lnTo>
                  <a:pt x="5623232" y="483255"/>
                </a:lnTo>
                <a:lnTo>
                  <a:pt x="6094326" y="954363"/>
                </a:lnTo>
                <a:lnTo>
                  <a:pt x="6563205" y="485481"/>
                </a:lnTo>
                <a:lnTo>
                  <a:pt x="6563205" y="4247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461287"/>
      </p:ext>
    </p:extLst>
  </p:cSld>
  <p:clrMapOvr>
    <a:masterClrMapping/>
  </p:clrMapOvr>
  <p:transition spd="slow">
    <p:push dir="u"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8638438"/>
      </p:ext>
    </p:extLst>
  </p:cSld>
  <p:clrMapOvr>
    <a:masterClrMapping/>
  </p:clrMapOvr>
  <p:transition spd="slow">
    <p:push dir="u"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8211484"/>
      </p:ext>
    </p:extLst>
  </p:cSld>
  <p:clrMapOvr>
    <a:masterClrMapping/>
  </p:clrMapOvr>
  <p:transition spd="slow">
    <p:push dir="u"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7098589"/>
      </p:ext>
    </p:extLst>
  </p:cSld>
  <p:clrMapOvr>
    <a:masterClrMapping/>
  </p:clrMapOvr>
  <p:transition spd="slow">
    <p:push dir="u"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9070136"/>
      </p:ext>
    </p:extLst>
  </p:cSld>
  <p:clrMapOvr>
    <a:masterClrMapping/>
  </p:clrMapOvr>
  <p:transition spd="slow">
    <p:push dir="u"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3875669"/>
      </p:ext>
    </p:extLst>
  </p:cSld>
  <p:clrMapOvr>
    <a:masterClrMapping/>
  </p:clrMapOvr>
  <p:transition spd="slow">
    <p:push dir="u"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6226325"/>
      </p:ext>
    </p:extLst>
  </p:cSld>
  <p:clrMapOvr>
    <a:masterClrMapping/>
  </p:clrMapOvr>
  <p:transition spd="slow">
    <p:push dir="u"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3394597"/>
      </p:ext>
    </p:extLst>
  </p:cSld>
  <p:clrMapOvr>
    <a:masterClrMapping/>
  </p:clrMapOvr>
  <p:transition spd="slow">
    <p:push dir="u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9850135"/>
      </p:ext>
    </p:extLst>
  </p:cSld>
  <p:clrMapOvr>
    <a:masterClrMapping/>
  </p:clrMapOvr>
  <p:transition spd="slow">
    <p:push dir="u"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24" y="8"/>
            <a:ext cx="12191978" cy="4571994"/>
          </a:xfrm>
          <a:custGeom>
            <a:avLst/>
            <a:gdLst/>
            <a:ahLst/>
            <a:cxnLst/>
            <a:rect l="l" t="t" r="r" b="b"/>
            <a:pathLst>
              <a:path w="12191978" h="4571994">
                <a:moveTo>
                  <a:pt x="1" y="4316129"/>
                </a:moveTo>
                <a:lnTo>
                  <a:pt x="255863" y="4571991"/>
                </a:lnTo>
                <a:lnTo>
                  <a:pt x="203619" y="4571991"/>
                </a:lnTo>
                <a:lnTo>
                  <a:pt x="1" y="4368373"/>
                </a:lnTo>
                <a:close/>
                <a:moveTo>
                  <a:pt x="12191973" y="4312831"/>
                </a:moveTo>
                <a:lnTo>
                  <a:pt x="12191972" y="4365076"/>
                </a:lnTo>
                <a:lnTo>
                  <a:pt x="11985055" y="4571992"/>
                </a:lnTo>
                <a:lnTo>
                  <a:pt x="11932811" y="4571993"/>
                </a:lnTo>
                <a:close/>
                <a:moveTo>
                  <a:pt x="11817249" y="4076816"/>
                </a:moveTo>
                <a:lnTo>
                  <a:pt x="11928074" y="4076816"/>
                </a:lnTo>
                <a:lnTo>
                  <a:pt x="11928074" y="4187641"/>
                </a:lnTo>
                <a:lnTo>
                  <a:pt x="11817249" y="4187641"/>
                </a:lnTo>
                <a:close/>
                <a:moveTo>
                  <a:pt x="10766437" y="4076816"/>
                </a:moveTo>
                <a:lnTo>
                  <a:pt x="10877262" y="4076816"/>
                </a:lnTo>
                <a:lnTo>
                  <a:pt x="10877262" y="4187641"/>
                </a:lnTo>
                <a:lnTo>
                  <a:pt x="10766437" y="4187641"/>
                </a:lnTo>
                <a:close/>
                <a:moveTo>
                  <a:pt x="9715629" y="4076816"/>
                </a:moveTo>
                <a:lnTo>
                  <a:pt x="9826454" y="4076816"/>
                </a:lnTo>
                <a:lnTo>
                  <a:pt x="9826454" y="4187641"/>
                </a:lnTo>
                <a:lnTo>
                  <a:pt x="9715629" y="4187641"/>
                </a:lnTo>
                <a:close/>
                <a:moveTo>
                  <a:pt x="8664821" y="4076816"/>
                </a:moveTo>
                <a:lnTo>
                  <a:pt x="8775646" y="4076816"/>
                </a:lnTo>
                <a:lnTo>
                  <a:pt x="8775646" y="4187641"/>
                </a:lnTo>
                <a:lnTo>
                  <a:pt x="8664821" y="4187641"/>
                </a:lnTo>
                <a:close/>
                <a:moveTo>
                  <a:pt x="7614013" y="4076816"/>
                </a:moveTo>
                <a:lnTo>
                  <a:pt x="7724838" y="4076816"/>
                </a:lnTo>
                <a:lnTo>
                  <a:pt x="7724838" y="4187641"/>
                </a:lnTo>
                <a:lnTo>
                  <a:pt x="7614013" y="4187641"/>
                </a:lnTo>
                <a:close/>
                <a:moveTo>
                  <a:pt x="6563205" y="4076816"/>
                </a:moveTo>
                <a:lnTo>
                  <a:pt x="6674030" y="4076816"/>
                </a:lnTo>
                <a:lnTo>
                  <a:pt x="6674030" y="4187641"/>
                </a:lnTo>
                <a:lnTo>
                  <a:pt x="6563205" y="4187641"/>
                </a:lnTo>
                <a:close/>
                <a:moveTo>
                  <a:pt x="5512397" y="4076816"/>
                </a:moveTo>
                <a:lnTo>
                  <a:pt x="5623222" y="4076816"/>
                </a:lnTo>
                <a:lnTo>
                  <a:pt x="5623222" y="4187641"/>
                </a:lnTo>
                <a:lnTo>
                  <a:pt x="5512397" y="4187641"/>
                </a:lnTo>
                <a:close/>
                <a:moveTo>
                  <a:pt x="4461589" y="4076816"/>
                </a:moveTo>
                <a:lnTo>
                  <a:pt x="4572414" y="4076816"/>
                </a:lnTo>
                <a:lnTo>
                  <a:pt x="4572414" y="4187641"/>
                </a:lnTo>
                <a:lnTo>
                  <a:pt x="4461589" y="4187641"/>
                </a:lnTo>
                <a:close/>
                <a:moveTo>
                  <a:pt x="3410782" y="4076816"/>
                </a:moveTo>
                <a:lnTo>
                  <a:pt x="3521608" y="4076816"/>
                </a:lnTo>
                <a:lnTo>
                  <a:pt x="3521608" y="4187641"/>
                </a:lnTo>
                <a:lnTo>
                  <a:pt x="3410782" y="4187641"/>
                </a:lnTo>
                <a:close/>
                <a:moveTo>
                  <a:pt x="2359975" y="4076816"/>
                </a:moveTo>
                <a:lnTo>
                  <a:pt x="2470800" y="4076816"/>
                </a:lnTo>
                <a:lnTo>
                  <a:pt x="2470800" y="4187641"/>
                </a:lnTo>
                <a:lnTo>
                  <a:pt x="2359975" y="4187641"/>
                </a:lnTo>
                <a:close/>
                <a:moveTo>
                  <a:pt x="1309167" y="4076816"/>
                </a:moveTo>
                <a:lnTo>
                  <a:pt x="1419992" y="4076816"/>
                </a:lnTo>
                <a:lnTo>
                  <a:pt x="1419992" y="4187641"/>
                </a:lnTo>
                <a:lnTo>
                  <a:pt x="1309167" y="4187641"/>
                </a:lnTo>
                <a:close/>
                <a:moveTo>
                  <a:pt x="258359" y="4076816"/>
                </a:moveTo>
                <a:lnTo>
                  <a:pt x="369184" y="4076816"/>
                </a:lnTo>
                <a:lnTo>
                  <a:pt x="369184" y="4187641"/>
                </a:lnTo>
                <a:lnTo>
                  <a:pt x="258359" y="4187641"/>
                </a:lnTo>
                <a:close/>
                <a:moveTo>
                  <a:pt x="11291841" y="3551209"/>
                </a:moveTo>
                <a:lnTo>
                  <a:pt x="11402666" y="3551209"/>
                </a:lnTo>
                <a:lnTo>
                  <a:pt x="11402666" y="3662034"/>
                </a:lnTo>
                <a:lnTo>
                  <a:pt x="11291841" y="3662034"/>
                </a:lnTo>
                <a:close/>
                <a:moveTo>
                  <a:pt x="10241033" y="3551209"/>
                </a:moveTo>
                <a:lnTo>
                  <a:pt x="10351858" y="3551209"/>
                </a:lnTo>
                <a:lnTo>
                  <a:pt x="10351858" y="3662034"/>
                </a:lnTo>
                <a:lnTo>
                  <a:pt x="10241033" y="3662034"/>
                </a:lnTo>
                <a:close/>
                <a:moveTo>
                  <a:pt x="9190225" y="3551209"/>
                </a:moveTo>
                <a:lnTo>
                  <a:pt x="9301050" y="3551209"/>
                </a:lnTo>
                <a:lnTo>
                  <a:pt x="9301050" y="3662034"/>
                </a:lnTo>
                <a:lnTo>
                  <a:pt x="9190225" y="3662034"/>
                </a:lnTo>
                <a:close/>
                <a:moveTo>
                  <a:pt x="8139417" y="3551209"/>
                </a:moveTo>
                <a:lnTo>
                  <a:pt x="8250242" y="3551209"/>
                </a:lnTo>
                <a:lnTo>
                  <a:pt x="8250242" y="3662034"/>
                </a:lnTo>
                <a:lnTo>
                  <a:pt x="8139417" y="3662034"/>
                </a:lnTo>
                <a:close/>
                <a:moveTo>
                  <a:pt x="7088609" y="3551209"/>
                </a:moveTo>
                <a:lnTo>
                  <a:pt x="7199434" y="3551209"/>
                </a:lnTo>
                <a:lnTo>
                  <a:pt x="7199434" y="3662034"/>
                </a:lnTo>
                <a:lnTo>
                  <a:pt x="7088609" y="3662034"/>
                </a:lnTo>
                <a:close/>
                <a:moveTo>
                  <a:pt x="6037801" y="3551209"/>
                </a:moveTo>
                <a:lnTo>
                  <a:pt x="6148626" y="3551209"/>
                </a:lnTo>
                <a:lnTo>
                  <a:pt x="6148626" y="3662034"/>
                </a:lnTo>
                <a:lnTo>
                  <a:pt x="6037801" y="3662034"/>
                </a:lnTo>
                <a:close/>
                <a:moveTo>
                  <a:pt x="4986998" y="3551209"/>
                </a:moveTo>
                <a:lnTo>
                  <a:pt x="5097826" y="3551209"/>
                </a:lnTo>
                <a:lnTo>
                  <a:pt x="5097826" y="3662034"/>
                </a:lnTo>
                <a:lnTo>
                  <a:pt x="4986998" y="3662034"/>
                </a:lnTo>
                <a:close/>
                <a:moveTo>
                  <a:pt x="3936196" y="3551209"/>
                </a:moveTo>
                <a:lnTo>
                  <a:pt x="4047020" y="3551209"/>
                </a:lnTo>
                <a:lnTo>
                  <a:pt x="4047020" y="3662034"/>
                </a:lnTo>
                <a:lnTo>
                  <a:pt x="3936196" y="3662034"/>
                </a:lnTo>
                <a:close/>
                <a:moveTo>
                  <a:pt x="2885389" y="3551209"/>
                </a:moveTo>
                <a:lnTo>
                  <a:pt x="2996214" y="3551209"/>
                </a:lnTo>
                <a:lnTo>
                  <a:pt x="2996214" y="3662034"/>
                </a:lnTo>
                <a:lnTo>
                  <a:pt x="2885389" y="3662034"/>
                </a:lnTo>
                <a:close/>
                <a:moveTo>
                  <a:pt x="1834579" y="3551209"/>
                </a:moveTo>
                <a:lnTo>
                  <a:pt x="1945404" y="3551209"/>
                </a:lnTo>
                <a:lnTo>
                  <a:pt x="1945404" y="3662034"/>
                </a:lnTo>
                <a:lnTo>
                  <a:pt x="1834579" y="3662034"/>
                </a:lnTo>
                <a:close/>
                <a:moveTo>
                  <a:pt x="783773" y="3551209"/>
                </a:moveTo>
                <a:lnTo>
                  <a:pt x="894598" y="3551209"/>
                </a:lnTo>
                <a:lnTo>
                  <a:pt x="894598" y="3662034"/>
                </a:lnTo>
                <a:lnTo>
                  <a:pt x="783773" y="3662034"/>
                </a:lnTo>
                <a:close/>
                <a:moveTo>
                  <a:pt x="2942310" y="3107960"/>
                </a:moveTo>
                <a:lnTo>
                  <a:pt x="2470811" y="3579460"/>
                </a:lnTo>
                <a:lnTo>
                  <a:pt x="2470811" y="3634896"/>
                </a:lnTo>
                <a:lnTo>
                  <a:pt x="2942311" y="4106397"/>
                </a:lnTo>
                <a:lnTo>
                  <a:pt x="3410794" y="3637915"/>
                </a:lnTo>
                <a:lnTo>
                  <a:pt x="3410794" y="3576442"/>
                </a:lnTo>
                <a:close/>
                <a:moveTo>
                  <a:pt x="840944" y="3107960"/>
                </a:moveTo>
                <a:lnTo>
                  <a:pt x="369194" y="3579710"/>
                </a:lnTo>
                <a:lnTo>
                  <a:pt x="369194" y="3634648"/>
                </a:lnTo>
                <a:lnTo>
                  <a:pt x="840944" y="4106399"/>
                </a:lnTo>
                <a:lnTo>
                  <a:pt x="1309176" y="3638165"/>
                </a:lnTo>
                <a:lnTo>
                  <a:pt x="1309176" y="3576193"/>
                </a:lnTo>
                <a:close/>
                <a:moveTo>
                  <a:pt x="3992986" y="3107959"/>
                </a:moveTo>
                <a:lnTo>
                  <a:pt x="3521621" y="3579335"/>
                </a:lnTo>
                <a:lnTo>
                  <a:pt x="3521621" y="3635021"/>
                </a:lnTo>
                <a:lnTo>
                  <a:pt x="3992986" y="4106398"/>
                </a:lnTo>
                <a:lnTo>
                  <a:pt x="4461593" y="3637778"/>
                </a:lnTo>
                <a:lnTo>
                  <a:pt x="4461593" y="3576578"/>
                </a:lnTo>
                <a:close/>
                <a:moveTo>
                  <a:pt x="1891624" y="3107959"/>
                </a:moveTo>
                <a:lnTo>
                  <a:pt x="1420001" y="3579584"/>
                </a:lnTo>
                <a:lnTo>
                  <a:pt x="1420001" y="3634774"/>
                </a:lnTo>
                <a:lnTo>
                  <a:pt x="1891623" y="4106397"/>
                </a:lnTo>
                <a:lnTo>
                  <a:pt x="2359987" y="3638040"/>
                </a:lnTo>
                <a:lnTo>
                  <a:pt x="2359987" y="3576315"/>
                </a:lnTo>
                <a:close/>
                <a:moveTo>
                  <a:pt x="8195689" y="3107959"/>
                </a:moveTo>
                <a:lnTo>
                  <a:pt x="7724838" y="3578810"/>
                </a:lnTo>
                <a:lnTo>
                  <a:pt x="7724838" y="3635541"/>
                </a:lnTo>
                <a:lnTo>
                  <a:pt x="8195691" y="4106395"/>
                </a:lnTo>
                <a:lnTo>
                  <a:pt x="8664821" y="3637265"/>
                </a:lnTo>
                <a:lnTo>
                  <a:pt x="8664821" y="3577091"/>
                </a:lnTo>
                <a:close/>
                <a:moveTo>
                  <a:pt x="5043664" y="3107959"/>
                </a:moveTo>
                <a:lnTo>
                  <a:pt x="4572419" y="3579197"/>
                </a:lnTo>
                <a:lnTo>
                  <a:pt x="4572419" y="3635159"/>
                </a:lnTo>
                <a:lnTo>
                  <a:pt x="5043662" y="4106396"/>
                </a:lnTo>
                <a:lnTo>
                  <a:pt x="5512402" y="3637650"/>
                </a:lnTo>
                <a:lnTo>
                  <a:pt x="5512402" y="3576704"/>
                </a:lnTo>
                <a:close/>
                <a:moveTo>
                  <a:pt x="6094326" y="3107958"/>
                </a:moveTo>
                <a:lnTo>
                  <a:pt x="5623226" y="3579070"/>
                </a:lnTo>
                <a:lnTo>
                  <a:pt x="5623226" y="3635285"/>
                </a:lnTo>
                <a:lnTo>
                  <a:pt x="6094326" y="4106397"/>
                </a:lnTo>
                <a:lnTo>
                  <a:pt x="6563205" y="3637518"/>
                </a:lnTo>
                <a:lnTo>
                  <a:pt x="6563205" y="3576837"/>
                </a:lnTo>
                <a:close/>
                <a:moveTo>
                  <a:pt x="9246372" y="3107957"/>
                </a:moveTo>
                <a:lnTo>
                  <a:pt x="8775646" y="3578683"/>
                </a:lnTo>
                <a:lnTo>
                  <a:pt x="8775646" y="3635671"/>
                </a:lnTo>
                <a:lnTo>
                  <a:pt x="9246369" y="4106395"/>
                </a:lnTo>
                <a:lnTo>
                  <a:pt x="9715629" y="3637135"/>
                </a:lnTo>
                <a:lnTo>
                  <a:pt x="9715629" y="3577215"/>
                </a:lnTo>
                <a:close/>
                <a:moveTo>
                  <a:pt x="7145009" y="3107957"/>
                </a:moveTo>
                <a:lnTo>
                  <a:pt x="6674030" y="3578936"/>
                </a:lnTo>
                <a:lnTo>
                  <a:pt x="6674030" y="3635418"/>
                </a:lnTo>
                <a:lnTo>
                  <a:pt x="7145007" y="4106396"/>
                </a:lnTo>
                <a:lnTo>
                  <a:pt x="7614013" y="3637390"/>
                </a:lnTo>
                <a:lnTo>
                  <a:pt x="7614013" y="3576961"/>
                </a:lnTo>
                <a:close/>
                <a:moveTo>
                  <a:pt x="11347734" y="3107957"/>
                </a:moveTo>
                <a:lnTo>
                  <a:pt x="10877262" y="3578428"/>
                </a:lnTo>
                <a:lnTo>
                  <a:pt x="10877262" y="3635922"/>
                </a:lnTo>
                <a:lnTo>
                  <a:pt x="11347735" y="4106396"/>
                </a:lnTo>
                <a:lnTo>
                  <a:pt x="11817249" y="3636882"/>
                </a:lnTo>
                <a:lnTo>
                  <a:pt x="11817249" y="3577472"/>
                </a:lnTo>
                <a:close/>
                <a:moveTo>
                  <a:pt x="10297053" y="3107955"/>
                </a:moveTo>
                <a:lnTo>
                  <a:pt x="9826454" y="3578554"/>
                </a:lnTo>
                <a:lnTo>
                  <a:pt x="9826454" y="3635794"/>
                </a:lnTo>
                <a:lnTo>
                  <a:pt x="10297054" y="4106394"/>
                </a:lnTo>
                <a:lnTo>
                  <a:pt x="10766437" y="3637011"/>
                </a:lnTo>
                <a:lnTo>
                  <a:pt x="10766437" y="3577339"/>
                </a:lnTo>
                <a:close/>
                <a:moveTo>
                  <a:pt x="11817249" y="3027334"/>
                </a:moveTo>
                <a:lnTo>
                  <a:pt x="11928074" y="3027334"/>
                </a:lnTo>
                <a:lnTo>
                  <a:pt x="11928074" y="3138159"/>
                </a:lnTo>
                <a:lnTo>
                  <a:pt x="11817249" y="3138159"/>
                </a:lnTo>
                <a:close/>
                <a:moveTo>
                  <a:pt x="10766437" y="3027334"/>
                </a:moveTo>
                <a:lnTo>
                  <a:pt x="10877262" y="3027334"/>
                </a:lnTo>
                <a:lnTo>
                  <a:pt x="10877262" y="3138159"/>
                </a:lnTo>
                <a:lnTo>
                  <a:pt x="10766437" y="3138159"/>
                </a:lnTo>
                <a:close/>
                <a:moveTo>
                  <a:pt x="9715629" y="3027334"/>
                </a:moveTo>
                <a:lnTo>
                  <a:pt x="9826454" y="3027334"/>
                </a:lnTo>
                <a:lnTo>
                  <a:pt x="9826454" y="3138159"/>
                </a:lnTo>
                <a:lnTo>
                  <a:pt x="9715629" y="3138159"/>
                </a:lnTo>
                <a:close/>
                <a:moveTo>
                  <a:pt x="8664821" y="3027334"/>
                </a:moveTo>
                <a:lnTo>
                  <a:pt x="8775646" y="3027334"/>
                </a:lnTo>
                <a:lnTo>
                  <a:pt x="8775646" y="3138159"/>
                </a:lnTo>
                <a:lnTo>
                  <a:pt x="8664821" y="3138159"/>
                </a:lnTo>
                <a:close/>
                <a:moveTo>
                  <a:pt x="7614013" y="3027334"/>
                </a:moveTo>
                <a:lnTo>
                  <a:pt x="7724838" y="3027334"/>
                </a:lnTo>
                <a:lnTo>
                  <a:pt x="7724838" y="3138159"/>
                </a:lnTo>
                <a:lnTo>
                  <a:pt x="7614013" y="3138159"/>
                </a:lnTo>
                <a:close/>
                <a:moveTo>
                  <a:pt x="6563205" y="3027334"/>
                </a:moveTo>
                <a:lnTo>
                  <a:pt x="6674030" y="3027334"/>
                </a:lnTo>
                <a:lnTo>
                  <a:pt x="6674030" y="3138159"/>
                </a:lnTo>
                <a:lnTo>
                  <a:pt x="6563205" y="3138159"/>
                </a:lnTo>
                <a:close/>
                <a:moveTo>
                  <a:pt x="5512400" y="3027334"/>
                </a:moveTo>
                <a:lnTo>
                  <a:pt x="5623225" y="3027334"/>
                </a:lnTo>
                <a:lnTo>
                  <a:pt x="5623225" y="3138159"/>
                </a:lnTo>
                <a:lnTo>
                  <a:pt x="5512400" y="3138159"/>
                </a:lnTo>
                <a:close/>
                <a:moveTo>
                  <a:pt x="4461592" y="3027334"/>
                </a:moveTo>
                <a:lnTo>
                  <a:pt x="4572417" y="3027334"/>
                </a:lnTo>
                <a:lnTo>
                  <a:pt x="4572417" y="3138159"/>
                </a:lnTo>
                <a:lnTo>
                  <a:pt x="4461592" y="3138159"/>
                </a:lnTo>
                <a:close/>
                <a:moveTo>
                  <a:pt x="3410790" y="3027334"/>
                </a:moveTo>
                <a:lnTo>
                  <a:pt x="3521616" y="3027334"/>
                </a:lnTo>
                <a:lnTo>
                  <a:pt x="3521616" y="3138159"/>
                </a:lnTo>
                <a:lnTo>
                  <a:pt x="3410790" y="3138159"/>
                </a:lnTo>
                <a:close/>
                <a:moveTo>
                  <a:pt x="2359982" y="3027334"/>
                </a:moveTo>
                <a:lnTo>
                  <a:pt x="2470807" y="3027334"/>
                </a:lnTo>
                <a:lnTo>
                  <a:pt x="2470807" y="3138159"/>
                </a:lnTo>
                <a:lnTo>
                  <a:pt x="2359982" y="3138159"/>
                </a:lnTo>
                <a:close/>
                <a:moveTo>
                  <a:pt x="1309173" y="3027334"/>
                </a:moveTo>
                <a:lnTo>
                  <a:pt x="1419997" y="3027334"/>
                </a:lnTo>
                <a:lnTo>
                  <a:pt x="1419997" y="3138159"/>
                </a:lnTo>
                <a:lnTo>
                  <a:pt x="1309173" y="3138159"/>
                </a:lnTo>
                <a:close/>
                <a:moveTo>
                  <a:pt x="258365" y="3027334"/>
                </a:moveTo>
                <a:lnTo>
                  <a:pt x="369190" y="3027334"/>
                </a:lnTo>
                <a:lnTo>
                  <a:pt x="369190" y="3138159"/>
                </a:lnTo>
                <a:lnTo>
                  <a:pt x="258365" y="3138159"/>
                </a:lnTo>
                <a:close/>
                <a:moveTo>
                  <a:pt x="10794114" y="2610895"/>
                </a:moveTo>
                <a:lnTo>
                  <a:pt x="10323174" y="3081834"/>
                </a:lnTo>
                <a:lnTo>
                  <a:pt x="10792548" y="3551209"/>
                </a:lnTo>
                <a:lnTo>
                  <a:pt x="10852239" y="3551209"/>
                </a:lnTo>
                <a:lnTo>
                  <a:pt x="11321612" y="3081835"/>
                </a:lnTo>
                <a:lnTo>
                  <a:pt x="10850672" y="2610895"/>
                </a:lnTo>
                <a:close/>
                <a:moveTo>
                  <a:pt x="9743434" y="2610895"/>
                </a:moveTo>
                <a:lnTo>
                  <a:pt x="9272494" y="3081834"/>
                </a:lnTo>
                <a:lnTo>
                  <a:pt x="9741869" y="3551209"/>
                </a:lnTo>
                <a:lnTo>
                  <a:pt x="9801555" y="3551209"/>
                </a:lnTo>
                <a:lnTo>
                  <a:pt x="10270931" y="3081833"/>
                </a:lnTo>
                <a:lnTo>
                  <a:pt x="9799992" y="2610895"/>
                </a:lnTo>
                <a:close/>
                <a:moveTo>
                  <a:pt x="8692754" y="2610895"/>
                </a:moveTo>
                <a:lnTo>
                  <a:pt x="8221811" y="3081837"/>
                </a:lnTo>
                <a:lnTo>
                  <a:pt x="8691183" y="3551209"/>
                </a:lnTo>
                <a:lnTo>
                  <a:pt x="8750876" y="3551209"/>
                </a:lnTo>
                <a:lnTo>
                  <a:pt x="9220250" y="3081835"/>
                </a:lnTo>
                <a:lnTo>
                  <a:pt x="8749310" y="2610895"/>
                </a:lnTo>
                <a:close/>
                <a:moveTo>
                  <a:pt x="7642070" y="2610895"/>
                </a:moveTo>
                <a:lnTo>
                  <a:pt x="7171131" y="3081835"/>
                </a:lnTo>
                <a:lnTo>
                  <a:pt x="7640505" y="3551209"/>
                </a:lnTo>
                <a:lnTo>
                  <a:pt x="7700194" y="3551209"/>
                </a:lnTo>
                <a:lnTo>
                  <a:pt x="8169567" y="3081836"/>
                </a:lnTo>
                <a:lnTo>
                  <a:pt x="7698625" y="2610895"/>
                </a:lnTo>
                <a:close/>
                <a:moveTo>
                  <a:pt x="6591389" y="2610895"/>
                </a:moveTo>
                <a:lnTo>
                  <a:pt x="6120448" y="3081836"/>
                </a:lnTo>
                <a:lnTo>
                  <a:pt x="6589820" y="3551209"/>
                </a:lnTo>
                <a:lnTo>
                  <a:pt x="6649514" y="3551209"/>
                </a:lnTo>
                <a:lnTo>
                  <a:pt x="7118887" y="3081836"/>
                </a:lnTo>
                <a:lnTo>
                  <a:pt x="6647947" y="2610895"/>
                </a:lnTo>
                <a:close/>
                <a:moveTo>
                  <a:pt x="5540722" y="2610895"/>
                </a:moveTo>
                <a:lnTo>
                  <a:pt x="5069790" y="3081837"/>
                </a:lnTo>
                <a:lnTo>
                  <a:pt x="5539152" y="3551209"/>
                </a:lnTo>
                <a:lnTo>
                  <a:pt x="5598843" y="3551209"/>
                </a:lnTo>
                <a:lnTo>
                  <a:pt x="6068204" y="3081836"/>
                </a:lnTo>
                <a:lnTo>
                  <a:pt x="5597274" y="2610895"/>
                </a:lnTo>
                <a:close/>
                <a:moveTo>
                  <a:pt x="4490039" y="2610895"/>
                </a:moveTo>
                <a:lnTo>
                  <a:pt x="4019108" y="3081837"/>
                </a:lnTo>
                <a:lnTo>
                  <a:pt x="4488467" y="3551209"/>
                </a:lnTo>
                <a:lnTo>
                  <a:pt x="4548162" y="3551209"/>
                </a:lnTo>
                <a:lnTo>
                  <a:pt x="5017539" y="3081837"/>
                </a:lnTo>
                <a:lnTo>
                  <a:pt x="4546591" y="2610895"/>
                </a:lnTo>
                <a:close/>
                <a:moveTo>
                  <a:pt x="3439377" y="2610895"/>
                </a:moveTo>
                <a:lnTo>
                  <a:pt x="2968431" y="3081838"/>
                </a:lnTo>
                <a:lnTo>
                  <a:pt x="3437805" y="3551209"/>
                </a:lnTo>
                <a:lnTo>
                  <a:pt x="3497502" y="3551209"/>
                </a:lnTo>
                <a:lnTo>
                  <a:pt x="3966864" y="3081837"/>
                </a:lnTo>
                <a:lnTo>
                  <a:pt x="3495931" y="2610895"/>
                </a:lnTo>
                <a:close/>
                <a:moveTo>
                  <a:pt x="2388695" y="2610895"/>
                </a:moveTo>
                <a:lnTo>
                  <a:pt x="1917746" y="3081837"/>
                </a:lnTo>
                <a:lnTo>
                  <a:pt x="2387125" y="3551209"/>
                </a:lnTo>
                <a:lnTo>
                  <a:pt x="2446819" y="3551209"/>
                </a:lnTo>
                <a:lnTo>
                  <a:pt x="2916188" y="3081838"/>
                </a:lnTo>
                <a:lnTo>
                  <a:pt x="2445246" y="2610895"/>
                </a:lnTo>
                <a:close/>
                <a:moveTo>
                  <a:pt x="1338007" y="2610895"/>
                </a:moveTo>
                <a:lnTo>
                  <a:pt x="867066" y="3081838"/>
                </a:lnTo>
                <a:lnTo>
                  <a:pt x="1336436" y="3551209"/>
                </a:lnTo>
                <a:lnTo>
                  <a:pt x="1396132" y="3551209"/>
                </a:lnTo>
                <a:lnTo>
                  <a:pt x="1865502" y="3081837"/>
                </a:lnTo>
                <a:lnTo>
                  <a:pt x="1394561" y="2610895"/>
                </a:lnTo>
                <a:close/>
                <a:moveTo>
                  <a:pt x="11291841" y="2500070"/>
                </a:moveTo>
                <a:lnTo>
                  <a:pt x="11402666" y="2500070"/>
                </a:lnTo>
                <a:lnTo>
                  <a:pt x="11402666" y="2610895"/>
                </a:lnTo>
                <a:lnTo>
                  <a:pt x="11291841" y="2610895"/>
                </a:lnTo>
                <a:close/>
                <a:moveTo>
                  <a:pt x="10241033" y="2500070"/>
                </a:moveTo>
                <a:lnTo>
                  <a:pt x="10351858" y="2500070"/>
                </a:lnTo>
                <a:lnTo>
                  <a:pt x="10351858" y="2610895"/>
                </a:lnTo>
                <a:lnTo>
                  <a:pt x="10241033" y="2610895"/>
                </a:lnTo>
                <a:close/>
                <a:moveTo>
                  <a:pt x="9190225" y="2500070"/>
                </a:moveTo>
                <a:lnTo>
                  <a:pt x="9301050" y="2500070"/>
                </a:lnTo>
                <a:lnTo>
                  <a:pt x="9301050" y="2610895"/>
                </a:lnTo>
                <a:lnTo>
                  <a:pt x="9190225" y="2610895"/>
                </a:lnTo>
                <a:close/>
                <a:moveTo>
                  <a:pt x="8139417" y="2500070"/>
                </a:moveTo>
                <a:lnTo>
                  <a:pt x="8250242" y="2500070"/>
                </a:lnTo>
                <a:lnTo>
                  <a:pt x="8250242" y="2610895"/>
                </a:lnTo>
                <a:lnTo>
                  <a:pt x="8139417" y="2610895"/>
                </a:lnTo>
                <a:close/>
                <a:moveTo>
                  <a:pt x="7088609" y="2500070"/>
                </a:moveTo>
                <a:lnTo>
                  <a:pt x="7199434" y="2500070"/>
                </a:lnTo>
                <a:lnTo>
                  <a:pt x="7199434" y="2610895"/>
                </a:lnTo>
                <a:lnTo>
                  <a:pt x="7088609" y="2610895"/>
                </a:lnTo>
                <a:close/>
                <a:moveTo>
                  <a:pt x="6037801" y="2500070"/>
                </a:moveTo>
                <a:lnTo>
                  <a:pt x="6148626" y="2500070"/>
                </a:lnTo>
                <a:lnTo>
                  <a:pt x="6148626" y="2610895"/>
                </a:lnTo>
                <a:lnTo>
                  <a:pt x="6037801" y="2610895"/>
                </a:lnTo>
                <a:close/>
                <a:moveTo>
                  <a:pt x="4987000" y="2500070"/>
                </a:moveTo>
                <a:lnTo>
                  <a:pt x="5097829" y="2500070"/>
                </a:lnTo>
                <a:lnTo>
                  <a:pt x="5097829" y="2610895"/>
                </a:lnTo>
                <a:lnTo>
                  <a:pt x="4987000" y="2610895"/>
                </a:lnTo>
                <a:close/>
                <a:moveTo>
                  <a:pt x="3936200" y="2500070"/>
                </a:moveTo>
                <a:lnTo>
                  <a:pt x="4047024" y="2500070"/>
                </a:lnTo>
                <a:lnTo>
                  <a:pt x="4047024" y="2610895"/>
                </a:lnTo>
                <a:lnTo>
                  <a:pt x="3936200" y="2610895"/>
                </a:lnTo>
                <a:close/>
                <a:moveTo>
                  <a:pt x="2885393" y="2500070"/>
                </a:moveTo>
                <a:lnTo>
                  <a:pt x="2996218" y="2500070"/>
                </a:lnTo>
                <a:lnTo>
                  <a:pt x="2996218" y="2610895"/>
                </a:lnTo>
                <a:lnTo>
                  <a:pt x="2885393" y="2610895"/>
                </a:lnTo>
                <a:close/>
                <a:moveTo>
                  <a:pt x="1834583" y="2500070"/>
                </a:moveTo>
                <a:lnTo>
                  <a:pt x="1945408" y="2500070"/>
                </a:lnTo>
                <a:lnTo>
                  <a:pt x="1945408" y="2610895"/>
                </a:lnTo>
                <a:lnTo>
                  <a:pt x="1834583" y="2610895"/>
                </a:lnTo>
                <a:close/>
                <a:moveTo>
                  <a:pt x="783777" y="2500070"/>
                </a:moveTo>
                <a:lnTo>
                  <a:pt x="894602" y="2500070"/>
                </a:lnTo>
                <a:lnTo>
                  <a:pt x="894602" y="2610895"/>
                </a:lnTo>
                <a:lnTo>
                  <a:pt x="783777" y="2610895"/>
                </a:lnTo>
                <a:close/>
                <a:moveTo>
                  <a:pt x="1891623" y="2057291"/>
                </a:moveTo>
                <a:lnTo>
                  <a:pt x="1420005" y="2528898"/>
                </a:lnTo>
                <a:lnTo>
                  <a:pt x="1420005" y="2584095"/>
                </a:lnTo>
                <a:lnTo>
                  <a:pt x="1891624" y="3055715"/>
                </a:lnTo>
                <a:lnTo>
                  <a:pt x="2359991" y="2587356"/>
                </a:lnTo>
                <a:lnTo>
                  <a:pt x="2359991" y="2525640"/>
                </a:lnTo>
                <a:close/>
                <a:moveTo>
                  <a:pt x="2942310" y="2057291"/>
                </a:moveTo>
                <a:lnTo>
                  <a:pt x="2470816" y="2528774"/>
                </a:lnTo>
                <a:lnTo>
                  <a:pt x="2470816" y="2584221"/>
                </a:lnTo>
                <a:lnTo>
                  <a:pt x="2942310" y="3055716"/>
                </a:lnTo>
                <a:lnTo>
                  <a:pt x="3410799" y="2587229"/>
                </a:lnTo>
                <a:lnTo>
                  <a:pt x="3410799" y="2525765"/>
                </a:lnTo>
                <a:close/>
                <a:moveTo>
                  <a:pt x="3992986" y="2057290"/>
                </a:moveTo>
                <a:lnTo>
                  <a:pt x="3521627" y="2528649"/>
                </a:lnTo>
                <a:lnTo>
                  <a:pt x="3521627" y="2584345"/>
                </a:lnTo>
                <a:lnTo>
                  <a:pt x="3992986" y="3055715"/>
                </a:lnTo>
                <a:lnTo>
                  <a:pt x="4461596" y="2587094"/>
                </a:lnTo>
                <a:lnTo>
                  <a:pt x="4461596" y="2525899"/>
                </a:lnTo>
                <a:close/>
                <a:moveTo>
                  <a:pt x="840944" y="2057289"/>
                </a:moveTo>
                <a:lnTo>
                  <a:pt x="369198" y="2529024"/>
                </a:lnTo>
                <a:lnTo>
                  <a:pt x="369198" y="2583969"/>
                </a:lnTo>
                <a:lnTo>
                  <a:pt x="840944" y="3055716"/>
                </a:lnTo>
                <a:lnTo>
                  <a:pt x="1309180" y="2587479"/>
                </a:lnTo>
                <a:lnTo>
                  <a:pt x="1309180" y="2525514"/>
                </a:lnTo>
                <a:close/>
                <a:moveTo>
                  <a:pt x="7145007" y="2057289"/>
                </a:moveTo>
                <a:lnTo>
                  <a:pt x="6674030" y="2528255"/>
                </a:lnTo>
                <a:lnTo>
                  <a:pt x="6674030" y="2584733"/>
                </a:lnTo>
                <a:lnTo>
                  <a:pt x="7145010" y="3055713"/>
                </a:lnTo>
                <a:lnTo>
                  <a:pt x="7614013" y="2586710"/>
                </a:lnTo>
                <a:lnTo>
                  <a:pt x="7614013" y="2526283"/>
                </a:lnTo>
                <a:close/>
                <a:moveTo>
                  <a:pt x="5043664" y="2057289"/>
                </a:moveTo>
                <a:lnTo>
                  <a:pt x="4572421" y="2528513"/>
                </a:lnTo>
                <a:lnTo>
                  <a:pt x="4572421" y="2584480"/>
                </a:lnTo>
                <a:lnTo>
                  <a:pt x="5043664" y="3055715"/>
                </a:lnTo>
                <a:lnTo>
                  <a:pt x="5512404" y="2586968"/>
                </a:lnTo>
                <a:lnTo>
                  <a:pt x="5512404" y="2526024"/>
                </a:lnTo>
                <a:close/>
                <a:moveTo>
                  <a:pt x="10297053" y="2057288"/>
                </a:moveTo>
                <a:lnTo>
                  <a:pt x="9826454" y="2527875"/>
                </a:lnTo>
                <a:lnTo>
                  <a:pt x="9826454" y="2585115"/>
                </a:lnTo>
                <a:lnTo>
                  <a:pt x="10297052" y="3055713"/>
                </a:lnTo>
                <a:lnTo>
                  <a:pt x="10766437" y="2586328"/>
                </a:lnTo>
                <a:lnTo>
                  <a:pt x="10766437" y="2526660"/>
                </a:lnTo>
                <a:close/>
                <a:moveTo>
                  <a:pt x="9246373" y="2057288"/>
                </a:moveTo>
                <a:lnTo>
                  <a:pt x="8775646" y="2528002"/>
                </a:lnTo>
                <a:lnTo>
                  <a:pt x="8775646" y="2584986"/>
                </a:lnTo>
                <a:lnTo>
                  <a:pt x="9246373" y="3055713"/>
                </a:lnTo>
                <a:lnTo>
                  <a:pt x="9715629" y="2586457"/>
                </a:lnTo>
                <a:lnTo>
                  <a:pt x="9715629" y="2526532"/>
                </a:lnTo>
                <a:close/>
                <a:moveTo>
                  <a:pt x="8195690" y="2057288"/>
                </a:moveTo>
                <a:lnTo>
                  <a:pt x="7724838" y="2528128"/>
                </a:lnTo>
                <a:lnTo>
                  <a:pt x="7724838" y="2584864"/>
                </a:lnTo>
                <a:lnTo>
                  <a:pt x="8195689" y="3055714"/>
                </a:lnTo>
                <a:lnTo>
                  <a:pt x="8664821" y="2586582"/>
                </a:lnTo>
                <a:lnTo>
                  <a:pt x="8664821" y="2526406"/>
                </a:lnTo>
                <a:close/>
                <a:moveTo>
                  <a:pt x="6094328" y="2057287"/>
                </a:moveTo>
                <a:lnTo>
                  <a:pt x="5623228" y="2528386"/>
                </a:lnTo>
                <a:lnTo>
                  <a:pt x="5623228" y="2584606"/>
                </a:lnTo>
                <a:lnTo>
                  <a:pt x="6094325" y="3055714"/>
                </a:lnTo>
                <a:lnTo>
                  <a:pt x="6563205" y="2586835"/>
                </a:lnTo>
                <a:lnTo>
                  <a:pt x="6563205" y="2526153"/>
                </a:lnTo>
                <a:close/>
                <a:moveTo>
                  <a:pt x="11347736" y="2057286"/>
                </a:moveTo>
                <a:lnTo>
                  <a:pt x="10877262" y="2527747"/>
                </a:lnTo>
                <a:lnTo>
                  <a:pt x="10877262" y="2585241"/>
                </a:lnTo>
                <a:lnTo>
                  <a:pt x="11347734" y="3055713"/>
                </a:lnTo>
                <a:lnTo>
                  <a:pt x="11817249" y="2586199"/>
                </a:lnTo>
                <a:lnTo>
                  <a:pt x="11817249" y="2526787"/>
                </a:lnTo>
                <a:close/>
                <a:moveTo>
                  <a:pt x="258363" y="1973449"/>
                </a:moveTo>
                <a:lnTo>
                  <a:pt x="369188" y="1973449"/>
                </a:lnTo>
                <a:lnTo>
                  <a:pt x="369188" y="2084274"/>
                </a:lnTo>
                <a:lnTo>
                  <a:pt x="258363" y="2084274"/>
                </a:lnTo>
                <a:close/>
                <a:moveTo>
                  <a:pt x="2359980" y="1973449"/>
                </a:moveTo>
                <a:lnTo>
                  <a:pt x="2470805" y="1973449"/>
                </a:lnTo>
                <a:lnTo>
                  <a:pt x="2470805" y="2084274"/>
                </a:lnTo>
                <a:lnTo>
                  <a:pt x="2359980" y="2084274"/>
                </a:lnTo>
                <a:close/>
                <a:moveTo>
                  <a:pt x="1309171" y="1973449"/>
                </a:moveTo>
                <a:lnTo>
                  <a:pt x="1419995" y="1973449"/>
                </a:lnTo>
                <a:lnTo>
                  <a:pt x="1419995" y="2084274"/>
                </a:lnTo>
                <a:lnTo>
                  <a:pt x="1309171" y="2084274"/>
                </a:lnTo>
                <a:close/>
                <a:moveTo>
                  <a:pt x="4461591" y="1973448"/>
                </a:moveTo>
                <a:lnTo>
                  <a:pt x="4572416" y="1973448"/>
                </a:lnTo>
                <a:lnTo>
                  <a:pt x="4572416" y="2084273"/>
                </a:lnTo>
                <a:lnTo>
                  <a:pt x="4461591" y="2084273"/>
                </a:lnTo>
                <a:close/>
                <a:moveTo>
                  <a:pt x="3410788" y="1973448"/>
                </a:moveTo>
                <a:lnTo>
                  <a:pt x="3521614" y="1973448"/>
                </a:lnTo>
                <a:lnTo>
                  <a:pt x="3521614" y="2084273"/>
                </a:lnTo>
                <a:lnTo>
                  <a:pt x="3410788" y="2084273"/>
                </a:lnTo>
                <a:close/>
                <a:moveTo>
                  <a:pt x="6563205" y="1973448"/>
                </a:moveTo>
                <a:lnTo>
                  <a:pt x="6674030" y="1973448"/>
                </a:lnTo>
                <a:lnTo>
                  <a:pt x="6674030" y="2084273"/>
                </a:lnTo>
                <a:lnTo>
                  <a:pt x="6563205" y="2084273"/>
                </a:lnTo>
                <a:close/>
                <a:moveTo>
                  <a:pt x="5512399" y="1973448"/>
                </a:moveTo>
                <a:lnTo>
                  <a:pt x="5623224" y="1973448"/>
                </a:lnTo>
                <a:lnTo>
                  <a:pt x="5623224" y="2084273"/>
                </a:lnTo>
                <a:lnTo>
                  <a:pt x="5512399" y="2084273"/>
                </a:lnTo>
                <a:close/>
                <a:moveTo>
                  <a:pt x="7614013" y="1973448"/>
                </a:moveTo>
                <a:lnTo>
                  <a:pt x="7724838" y="1973448"/>
                </a:lnTo>
                <a:lnTo>
                  <a:pt x="7724838" y="2084273"/>
                </a:lnTo>
                <a:lnTo>
                  <a:pt x="7614013" y="2084273"/>
                </a:lnTo>
                <a:close/>
                <a:moveTo>
                  <a:pt x="9715629" y="1973448"/>
                </a:moveTo>
                <a:lnTo>
                  <a:pt x="9826454" y="1973448"/>
                </a:lnTo>
                <a:lnTo>
                  <a:pt x="9826454" y="2084273"/>
                </a:lnTo>
                <a:lnTo>
                  <a:pt x="9715629" y="2084273"/>
                </a:lnTo>
                <a:close/>
                <a:moveTo>
                  <a:pt x="8664821" y="1973448"/>
                </a:moveTo>
                <a:lnTo>
                  <a:pt x="8775646" y="1973448"/>
                </a:lnTo>
                <a:lnTo>
                  <a:pt x="8775646" y="2084273"/>
                </a:lnTo>
                <a:lnTo>
                  <a:pt x="8664821" y="2084273"/>
                </a:lnTo>
                <a:close/>
                <a:moveTo>
                  <a:pt x="11817249" y="1973448"/>
                </a:moveTo>
                <a:lnTo>
                  <a:pt x="11928074" y="1973448"/>
                </a:lnTo>
                <a:lnTo>
                  <a:pt x="11928074" y="2084273"/>
                </a:lnTo>
                <a:lnTo>
                  <a:pt x="11817249" y="2084273"/>
                </a:lnTo>
                <a:close/>
                <a:moveTo>
                  <a:pt x="10766437" y="1973448"/>
                </a:moveTo>
                <a:lnTo>
                  <a:pt x="10877262" y="1973448"/>
                </a:lnTo>
                <a:lnTo>
                  <a:pt x="10877262" y="2084273"/>
                </a:lnTo>
                <a:lnTo>
                  <a:pt x="10766437" y="2084273"/>
                </a:lnTo>
                <a:close/>
                <a:moveTo>
                  <a:pt x="3441643" y="1557959"/>
                </a:moveTo>
                <a:lnTo>
                  <a:pt x="2968431" y="2031169"/>
                </a:lnTo>
                <a:lnTo>
                  <a:pt x="3437348" y="2500070"/>
                </a:lnTo>
                <a:lnTo>
                  <a:pt x="3497959" y="2500070"/>
                </a:lnTo>
                <a:lnTo>
                  <a:pt x="3966865" y="2031168"/>
                </a:lnTo>
                <a:lnTo>
                  <a:pt x="3493665" y="1557959"/>
                </a:lnTo>
                <a:close/>
                <a:moveTo>
                  <a:pt x="2390961" y="1557959"/>
                </a:moveTo>
                <a:lnTo>
                  <a:pt x="1917745" y="2031169"/>
                </a:lnTo>
                <a:lnTo>
                  <a:pt x="2386665" y="2500070"/>
                </a:lnTo>
                <a:lnTo>
                  <a:pt x="2447277" y="2500070"/>
                </a:lnTo>
                <a:lnTo>
                  <a:pt x="2916189" y="2031169"/>
                </a:lnTo>
                <a:lnTo>
                  <a:pt x="2442980" y="1557959"/>
                </a:lnTo>
                <a:close/>
                <a:moveTo>
                  <a:pt x="1340273" y="1557959"/>
                </a:moveTo>
                <a:lnTo>
                  <a:pt x="867066" y="2031167"/>
                </a:lnTo>
                <a:lnTo>
                  <a:pt x="1335980" y="2500070"/>
                </a:lnTo>
                <a:lnTo>
                  <a:pt x="1396589" y="2500070"/>
                </a:lnTo>
                <a:lnTo>
                  <a:pt x="1865501" y="2031169"/>
                </a:lnTo>
                <a:lnTo>
                  <a:pt x="1392293" y="1557959"/>
                </a:lnTo>
                <a:close/>
                <a:moveTo>
                  <a:pt x="5542986" y="1557958"/>
                </a:moveTo>
                <a:lnTo>
                  <a:pt x="5069790" y="2031167"/>
                </a:lnTo>
                <a:lnTo>
                  <a:pt x="5538694" y="2500070"/>
                </a:lnTo>
                <a:lnTo>
                  <a:pt x="5599302" y="2500070"/>
                </a:lnTo>
                <a:lnTo>
                  <a:pt x="6068206" y="2031166"/>
                </a:lnTo>
                <a:lnTo>
                  <a:pt x="5595011" y="1557958"/>
                </a:lnTo>
                <a:close/>
                <a:moveTo>
                  <a:pt x="4492305" y="1557958"/>
                </a:moveTo>
                <a:lnTo>
                  <a:pt x="4019109" y="2031168"/>
                </a:lnTo>
                <a:lnTo>
                  <a:pt x="4488010" y="2500070"/>
                </a:lnTo>
                <a:lnTo>
                  <a:pt x="4548620" y="2500070"/>
                </a:lnTo>
                <a:lnTo>
                  <a:pt x="5017539" y="2031167"/>
                </a:lnTo>
                <a:lnTo>
                  <a:pt x="4544326" y="1557958"/>
                </a:lnTo>
                <a:close/>
                <a:moveTo>
                  <a:pt x="7644337" y="1557958"/>
                </a:moveTo>
                <a:lnTo>
                  <a:pt x="7171129" y="2031167"/>
                </a:lnTo>
                <a:lnTo>
                  <a:pt x="7640044" y="2500070"/>
                </a:lnTo>
                <a:lnTo>
                  <a:pt x="7700653" y="2500070"/>
                </a:lnTo>
                <a:lnTo>
                  <a:pt x="8169569" y="2031167"/>
                </a:lnTo>
                <a:lnTo>
                  <a:pt x="7696361" y="1557958"/>
                </a:lnTo>
                <a:close/>
                <a:moveTo>
                  <a:pt x="6593656" y="1557958"/>
                </a:moveTo>
                <a:lnTo>
                  <a:pt x="6120450" y="2031165"/>
                </a:lnTo>
                <a:lnTo>
                  <a:pt x="6589366" y="2500070"/>
                </a:lnTo>
                <a:lnTo>
                  <a:pt x="6649970" y="2500070"/>
                </a:lnTo>
                <a:lnTo>
                  <a:pt x="7118885" y="2031167"/>
                </a:lnTo>
                <a:lnTo>
                  <a:pt x="6645676" y="1557958"/>
                </a:lnTo>
                <a:close/>
                <a:moveTo>
                  <a:pt x="9745703" y="1557958"/>
                </a:moveTo>
                <a:lnTo>
                  <a:pt x="9272494" y="2031167"/>
                </a:lnTo>
                <a:lnTo>
                  <a:pt x="9741408" y="2500070"/>
                </a:lnTo>
                <a:lnTo>
                  <a:pt x="9802016" y="2500070"/>
                </a:lnTo>
                <a:lnTo>
                  <a:pt x="10270931" y="2031167"/>
                </a:lnTo>
                <a:lnTo>
                  <a:pt x="9797723" y="1557958"/>
                </a:lnTo>
                <a:close/>
                <a:moveTo>
                  <a:pt x="8695019" y="1557958"/>
                </a:moveTo>
                <a:lnTo>
                  <a:pt x="8221812" y="2031166"/>
                </a:lnTo>
                <a:lnTo>
                  <a:pt x="8690730" y="2500070"/>
                </a:lnTo>
                <a:lnTo>
                  <a:pt x="8751334" y="2500070"/>
                </a:lnTo>
                <a:lnTo>
                  <a:pt x="9220250" y="2031166"/>
                </a:lnTo>
                <a:lnTo>
                  <a:pt x="8747043" y="1557958"/>
                </a:lnTo>
                <a:close/>
                <a:moveTo>
                  <a:pt x="10796383" y="1557958"/>
                </a:moveTo>
                <a:lnTo>
                  <a:pt x="10323175" y="2031166"/>
                </a:lnTo>
                <a:lnTo>
                  <a:pt x="10792091" y="2500070"/>
                </a:lnTo>
                <a:lnTo>
                  <a:pt x="10852696" y="2500070"/>
                </a:lnTo>
                <a:lnTo>
                  <a:pt x="11321614" y="2031164"/>
                </a:lnTo>
                <a:lnTo>
                  <a:pt x="10848409" y="1557958"/>
                </a:lnTo>
                <a:close/>
                <a:moveTo>
                  <a:pt x="783781" y="1447135"/>
                </a:moveTo>
                <a:lnTo>
                  <a:pt x="894606" y="1447135"/>
                </a:lnTo>
                <a:lnTo>
                  <a:pt x="894606" y="1557959"/>
                </a:lnTo>
                <a:lnTo>
                  <a:pt x="783781" y="1557959"/>
                </a:lnTo>
                <a:close/>
                <a:moveTo>
                  <a:pt x="1834586" y="1447134"/>
                </a:moveTo>
                <a:lnTo>
                  <a:pt x="1945411" y="1447134"/>
                </a:lnTo>
                <a:lnTo>
                  <a:pt x="1945411" y="1557959"/>
                </a:lnTo>
                <a:lnTo>
                  <a:pt x="1834586" y="1557959"/>
                </a:lnTo>
                <a:close/>
                <a:moveTo>
                  <a:pt x="4987002" y="1447134"/>
                </a:moveTo>
                <a:lnTo>
                  <a:pt x="5097832" y="1447134"/>
                </a:lnTo>
                <a:lnTo>
                  <a:pt x="5097832" y="1557958"/>
                </a:lnTo>
                <a:lnTo>
                  <a:pt x="4987002" y="1557958"/>
                </a:lnTo>
                <a:close/>
                <a:moveTo>
                  <a:pt x="3936204" y="1447134"/>
                </a:moveTo>
                <a:lnTo>
                  <a:pt x="4047028" y="1447134"/>
                </a:lnTo>
                <a:lnTo>
                  <a:pt x="4047028" y="1557959"/>
                </a:lnTo>
                <a:lnTo>
                  <a:pt x="3936204" y="1557959"/>
                </a:lnTo>
                <a:close/>
                <a:moveTo>
                  <a:pt x="2885398" y="1447134"/>
                </a:moveTo>
                <a:lnTo>
                  <a:pt x="2996224" y="1447134"/>
                </a:lnTo>
                <a:lnTo>
                  <a:pt x="2996224" y="1557959"/>
                </a:lnTo>
                <a:lnTo>
                  <a:pt x="2885398" y="1557959"/>
                </a:lnTo>
                <a:close/>
                <a:moveTo>
                  <a:pt x="6037801" y="1447133"/>
                </a:moveTo>
                <a:lnTo>
                  <a:pt x="6148626" y="1447133"/>
                </a:lnTo>
                <a:lnTo>
                  <a:pt x="6148626" y="1557958"/>
                </a:lnTo>
                <a:lnTo>
                  <a:pt x="6037801" y="1557958"/>
                </a:lnTo>
                <a:close/>
                <a:moveTo>
                  <a:pt x="9190225" y="1447133"/>
                </a:moveTo>
                <a:lnTo>
                  <a:pt x="9301050" y="1447133"/>
                </a:lnTo>
                <a:lnTo>
                  <a:pt x="9301050" y="1557958"/>
                </a:lnTo>
                <a:lnTo>
                  <a:pt x="9190225" y="1557958"/>
                </a:lnTo>
                <a:close/>
                <a:moveTo>
                  <a:pt x="8139417" y="1447133"/>
                </a:moveTo>
                <a:lnTo>
                  <a:pt x="8250242" y="1447133"/>
                </a:lnTo>
                <a:lnTo>
                  <a:pt x="8250242" y="1557958"/>
                </a:lnTo>
                <a:lnTo>
                  <a:pt x="8139417" y="1557958"/>
                </a:lnTo>
                <a:close/>
                <a:moveTo>
                  <a:pt x="7088609" y="1447133"/>
                </a:moveTo>
                <a:lnTo>
                  <a:pt x="7199434" y="1447133"/>
                </a:lnTo>
                <a:lnTo>
                  <a:pt x="7199434" y="1557958"/>
                </a:lnTo>
                <a:lnTo>
                  <a:pt x="7088609" y="1557958"/>
                </a:lnTo>
                <a:close/>
                <a:moveTo>
                  <a:pt x="10241033" y="1447133"/>
                </a:moveTo>
                <a:lnTo>
                  <a:pt x="10351858" y="1447133"/>
                </a:lnTo>
                <a:lnTo>
                  <a:pt x="10351858" y="1557957"/>
                </a:lnTo>
                <a:lnTo>
                  <a:pt x="10241033" y="1557957"/>
                </a:lnTo>
                <a:close/>
                <a:moveTo>
                  <a:pt x="11291841" y="1447133"/>
                </a:moveTo>
                <a:lnTo>
                  <a:pt x="11402666" y="1447133"/>
                </a:lnTo>
                <a:lnTo>
                  <a:pt x="11402666" y="1557957"/>
                </a:lnTo>
                <a:lnTo>
                  <a:pt x="11291841" y="1557957"/>
                </a:lnTo>
                <a:close/>
                <a:moveTo>
                  <a:pt x="2942310" y="1006607"/>
                </a:moveTo>
                <a:lnTo>
                  <a:pt x="2470820" y="1478100"/>
                </a:lnTo>
                <a:lnTo>
                  <a:pt x="2470820" y="1533556"/>
                </a:lnTo>
                <a:lnTo>
                  <a:pt x="2942310" y="2005047"/>
                </a:lnTo>
                <a:lnTo>
                  <a:pt x="3410804" y="1536556"/>
                </a:lnTo>
                <a:lnTo>
                  <a:pt x="3410804" y="1475099"/>
                </a:lnTo>
                <a:close/>
                <a:moveTo>
                  <a:pt x="1891623" y="1006607"/>
                </a:moveTo>
                <a:lnTo>
                  <a:pt x="1420008" y="1478224"/>
                </a:lnTo>
                <a:lnTo>
                  <a:pt x="1420008" y="1533431"/>
                </a:lnTo>
                <a:lnTo>
                  <a:pt x="1891623" y="2005047"/>
                </a:lnTo>
                <a:lnTo>
                  <a:pt x="2359996" y="1536681"/>
                </a:lnTo>
                <a:lnTo>
                  <a:pt x="2359996" y="1474975"/>
                </a:lnTo>
                <a:close/>
                <a:moveTo>
                  <a:pt x="840943" y="1006607"/>
                </a:moveTo>
                <a:lnTo>
                  <a:pt x="369202" y="1478351"/>
                </a:lnTo>
                <a:lnTo>
                  <a:pt x="369202" y="1533303"/>
                </a:lnTo>
                <a:lnTo>
                  <a:pt x="840944" y="2005046"/>
                </a:lnTo>
                <a:lnTo>
                  <a:pt x="1309184" y="1536806"/>
                </a:lnTo>
                <a:lnTo>
                  <a:pt x="1309184" y="1474850"/>
                </a:lnTo>
                <a:close/>
                <a:moveTo>
                  <a:pt x="3992987" y="1006606"/>
                </a:moveTo>
                <a:lnTo>
                  <a:pt x="3521631" y="1477974"/>
                </a:lnTo>
                <a:lnTo>
                  <a:pt x="3521631" y="1533680"/>
                </a:lnTo>
                <a:lnTo>
                  <a:pt x="3992986" y="2005046"/>
                </a:lnTo>
                <a:lnTo>
                  <a:pt x="4461598" y="1536423"/>
                </a:lnTo>
                <a:lnTo>
                  <a:pt x="4461598" y="1475230"/>
                </a:lnTo>
                <a:close/>
                <a:moveTo>
                  <a:pt x="6094326" y="1006605"/>
                </a:moveTo>
                <a:lnTo>
                  <a:pt x="5623230" y="1477714"/>
                </a:lnTo>
                <a:lnTo>
                  <a:pt x="5623230" y="1533934"/>
                </a:lnTo>
                <a:lnTo>
                  <a:pt x="6094328" y="2005044"/>
                </a:lnTo>
                <a:lnTo>
                  <a:pt x="6563205" y="1536166"/>
                </a:lnTo>
                <a:lnTo>
                  <a:pt x="6563205" y="1475487"/>
                </a:lnTo>
                <a:close/>
                <a:moveTo>
                  <a:pt x="9246371" y="1006604"/>
                </a:moveTo>
                <a:lnTo>
                  <a:pt x="8775646" y="1477332"/>
                </a:lnTo>
                <a:lnTo>
                  <a:pt x="8775646" y="1534319"/>
                </a:lnTo>
                <a:lnTo>
                  <a:pt x="9246371" y="2005045"/>
                </a:lnTo>
                <a:lnTo>
                  <a:pt x="9715629" y="1535786"/>
                </a:lnTo>
                <a:lnTo>
                  <a:pt x="9715629" y="1475864"/>
                </a:lnTo>
                <a:close/>
                <a:moveTo>
                  <a:pt x="5043669" y="1006604"/>
                </a:moveTo>
                <a:lnTo>
                  <a:pt x="4572422" y="1477843"/>
                </a:lnTo>
                <a:lnTo>
                  <a:pt x="4572422" y="1533811"/>
                </a:lnTo>
                <a:lnTo>
                  <a:pt x="5043664" y="2005045"/>
                </a:lnTo>
                <a:lnTo>
                  <a:pt x="5512407" y="1536296"/>
                </a:lnTo>
                <a:lnTo>
                  <a:pt x="5512407" y="1475351"/>
                </a:lnTo>
                <a:close/>
                <a:moveTo>
                  <a:pt x="11347735" y="1006604"/>
                </a:moveTo>
                <a:lnTo>
                  <a:pt x="10877262" y="1477079"/>
                </a:lnTo>
                <a:lnTo>
                  <a:pt x="10877262" y="1534567"/>
                </a:lnTo>
                <a:lnTo>
                  <a:pt x="11347736" y="2005041"/>
                </a:lnTo>
                <a:lnTo>
                  <a:pt x="11817249" y="1535528"/>
                </a:lnTo>
                <a:lnTo>
                  <a:pt x="11817249" y="1476120"/>
                </a:lnTo>
                <a:close/>
                <a:moveTo>
                  <a:pt x="8195690" y="1006604"/>
                </a:moveTo>
                <a:lnTo>
                  <a:pt x="7724838" y="1477458"/>
                </a:lnTo>
                <a:lnTo>
                  <a:pt x="7724838" y="1534191"/>
                </a:lnTo>
                <a:lnTo>
                  <a:pt x="8195691" y="2005044"/>
                </a:lnTo>
                <a:lnTo>
                  <a:pt x="8664821" y="1535914"/>
                </a:lnTo>
                <a:lnTo>
                  <a:pt x="8664821" y="1475736"/>
                </a:lnTo>
                <a:close/>
                <a:moveTo>
                  <a:pt x="7145009" y="1006604"/>
                </a:moveTo>
                <a:lnTo>
                  <a:pt x="6674030" y="1477584"/>
                </a:lnTo>
                <a:lnTo>
                  <a:pt x="6674030" y="1534069"/>
                </a:lnTo>
                <a:lnTo>
                  <a:pt x="7145007" y="2005046"/>
                </a:lnTo>
                <a:lnTo>
                  <a:pt x="7614013" y="1536039"/>
                </a:lnTo>
                <a:lnTo>
                  <a:pt x="7614013" y="1475610"/>
                </a:lnTo>
                <a:close/>
                <a:moveTo>
                  <a:pt x="10297056" y="1006603"/>
                </a:moveTo>
                <a:lnTo>
                  <a:pt x="9826454" y="1477207"/>
                </a:lnTo>
                <a:lnTo>
                  <a:pt x="9826454" y="1534445"/>
                </a:lnTo>
                <a:lnTo>
                  <a:pt x="10297053" y="2005045"/>
                </a:lnTo>
                <a:lnTo>
                  <a:pt x="10766437" y="1535660"/>
                </a:lnTo>
                <a:lnTo>
                  <a:pt x="10766437" y="1475986"/>
                </a:lnTo>
                <a:close/>
                <a:moveTo>
                  <a:pt x="258361" y="922634"/>
                </a:moveTo>
                <a:lnTo>
                  <a:pt x="369186" y="922634"/>
                </a:lnTo>
                <a:lnTo>
                  <a:pt x="369186" y="1033459"/>
                </a:lnTo>
                <a:lnTo>
                  <a:pt x="258361" y="1033459"/>
                </a:lnTo>
                <a:close/>
                <a:moveTo>
                  <a:pt x="2359977" y="922633"/>
                </a:moveTo>
                <a:lnTo>
                  <a:pt x="2470802" y="922633"/>
                </a:lnTo>
                <a:lnTo>
                  <a:pt x="2470802" y="1033458"/>
                </a:lnTo>
                <a:lnTo>
                  <a:pt x="2359977" y="1033458"/>
                </a:lnTo>
                <a:close/>
                <a:moveTo>
                  <a:pt x="1309169" y="922633"/>
                </a:moveTo>
                <a:lnTo>
                  <a:pt x="1419993" y="922633"/>
                </a:lnTo>
                <a:lnTo>
                  <a:pt x="1419993" y="1033458"/>
                </a:lnTo>
                <a:lnTo>
                  <a:pt x="1309169" y="1033458"/>
                </a:lnTo>
                <a:close/>
                <a:moveTo>
                  <a:pt x="5512398" y="922633"/>
                </a:moveTo>
                <a:lnTo>
                  <a:pt x="5623223" y="922633"/>
                </a:lnTo>
                <a:lnTo>
                  <a:pt x="5623223" y="1033458"/>
                </a:lnTo>
                <a:lnTo>
                  <a:pt x="5512398" y="1033458"/>
                </a:lnTo>
                <a:close/>
                <a:moveTo>
                  <a:pt x="4461591" y="922633"/>
                </a:moveTo>
                <a:lnTo>
                  <a:pt x="4572415" y="922633"/>
                </a:lnTo>
                <a:lnTo>
                  <a:pt x="4572415" y="1033458"/>
                </a:lnTo>
                <a:lnTo>
                  <a:pt x="4461591" y="1033458"/>
                </a:lnTo>
                <a:close/>
                <a:moveTo>
                  <a:pt x="3410785" y="922633"/>
                </a:moveTo>
                <a:lnTo>
                  <a:pt x="3521610" y="922633"/>
                </a:lnTo>
                <a:lnTo>
                  <a:pt x="3521610" y="1033458"/>
                </a:lnTo>
                <a:lnTo>
                  <a:pt x="3410785" y="1033458"/>
                </a:lnTo>
                <a:close/>
                <a:moveTo>
                  <a:pt x="7614013" y="922633"/>
                </a:moveTo>
                <a:lnTo>
                  <a:pt x="7724838" y="922633"/>
                </a:lnTo>
                <a:lnTo>
                  <a:pt x="7724838" y="1033458"/>
                </a:lnTo>
                <a:lnTo>
                  <a:pt x="7614013" y="1033458"/>
                </a:lnTo>
                <a:close/>
                <a:moveTo>
                  <a:pt x="6563205" y="922633"/>
                </a:moveTo>
                <a:lnTo>
                  <a:pt x="6674030" y="922633"/>
                </a:lnTo>
                <a:lnTo>
                  <a:pt x="6674030" y="1033458"/>
                </a:lnTo>
                <a:lnTo>
                  <a:pt x="6563205" y="1033458"/>
                </a:lnTo>
                <a:close/>
                <a:moveTo>
                  <a:pt x="10766437" y="922633"/>
                </a:moveTo>
                <a:lnTo>
                  <a:pt x="10877262" y="922633"/>
                </a:lnTo>
                <a:lnTo>
                  <a:pt x="10877262" y="1033458"/>
                </a:lnTo>
                <a:lnTo>
                  <a:pt x="10766437" y="1033458"/>
                </a:lnTo>
                <a:close/>
                <a:moveTo>
                  <a:pt x="9715629" y="922633"/>
                </a:moveTo>
                <a:lnTo>
                  <a:pt x="9826454" y="922633"/>
                </a:lnTo>
                <a:lnTo>
                  <a:pt x="9826454" y="1033458"/>
                </a:lnTo>
                <a:lnTo>
                  <a:pt x="9715629" y="1033458"/>
                </a:lnTo>
                <a:close/>
                <a:moveTo>
                  <a:pt x="8664821" y="922633"/>
                </a:moveTo>
                <a:lnTo>
                  <a:pt x="8775646" y="922633"/>
                </a:lnTo>
                <a:lnTo>
                  <a:pt x="8775646" y="1033458"/>
                </a:lnTo>
                <a:lnTo>
                  <a:pt x="8664821" y="1033458"/>
                </a:lnTo>
                <a:close/>
                <a:moveTo>
                  <a:pt x="11817249" y="922633"/>
                </a:moveTo>
                <a:lnTo>
                  <a:pt x="11928074" y="922633"/>
                </a:lnTo>
                <a:lnTo>
                  <a:pt x="11928074" y="1033458"/>
                </a:lnTo>
                <a:lnTo>
                  <a:pt x="11817249" y="1033458"/>
                </a:lnTo>
                <a:close/>
                <a:moveTo>
                  <a:pt x="1337485" y="510062"/>
                </a:moveTo>
                <a:lnTo>
                  <a:pt x="867065" y="980486"/>
                </a:lnTo>
                <a:lnTo>
                  <a:pt x="1333712" y="1447134"/>
                </a:lnTo>
                <a:lnTo>
                  <a:pt x="1398855" y="1447134"/>
                </a:lnTo>
                <a:lnTo>
                  <a:pt x="1865501" y="980486"/>
                </a:lnTo>
                <a:lnTo>
                  <a:pt x="1395081" y="510062"/>
                </a:lnTo>
                <a:close/>
                <a:moveTo>
                  <a:pt x="2388173" y="510062"/>
                </a:moveTo>
                <a:lnTo>
                  <a:pt x="1917745" y="980486"/>
                </a:lnTo>
                <a:lnTo>
                  <a:pt x="2384399" y="1447134"/>
                </a:lnTo>
                <a:lnTo>
                  <a:pt x="2449542" y="1447134"/>
                </a:lnTo>
                <a:lnTo>
                  <a:pt x="2916189" y="980486"/>
                </a:lnTo>
                <a:lnTo>
                  <a:pt x="2445767" y="510062"/>
                </a:lnTo>
                <a:close/>
                <a:moveTo>
                  <a:pt x="3438856" y="510062"/>
                </a:moveTo>
                <a:lnTo>
                  <a:pt x="2968432" y="980486"/>
                </a:lnTo>
                <a:lnTo>
                  <a:pt x="3435083" y="1447134"/>
                </a:lnTo>
                <a:lnTo>
                  <a:pt x="3500228" y="1447134"/>
                </a:lnTo>
                <a:lnTo>
                  <a:pt x="3966865" y="980485"/>
                </a:lnTo>
                <a:lnTo>
                  <a:pt x="3496454" y="510062"/>
                </a:lnTo>
                <a:close/>
                <a:moveTo>
                  <a:pt x="4489518" y="510062"/>
                </a:moveTo>
                <a:lnTo>
                  <a:pt x="4019109" y="980485"/>
                </a:lnTo>
                <a:lnTo>
                  <a:pt x="4485744" y="1447134"/>
                </a:lnTo>
                <a:lnTo>
                  <a:pt x="4550887" y="1447134"/>
                </a:lnTo>
                <a:lnTo>
                  <a:pt x="5017543" y="980483"/>
                </a:lnTo>
                <a:lnTo>
                  <a:pt x="4547118" y="510062"/>
                </a:lnTo>
                <a:close/>
                <a:moveTo>
                  <a:pt x="5540201" y="510062"/>
                </a:moveTo>
                <a:lnTo>
                  <a:pt x="5069792" y="980483"/>
                </a:lnTo>
                <a:lnTo>
                  <a:pt x="5536431" y="1447134"/>
                </a:lnTo>
                <a:lnTo>
                  <a:pt x="5601567" y="1447134"/>
                </a:lnTo>
                <a:lnTo>
                  <a:pt x="6068204" y="980484"/>
                </a:lnTo>
                <a:lnTo>
                  <a:pt x="5597797" y="510062"/>
                </a:lnTo>
                <a:close/>
                <a:moveTo>
                  <a:pt x="6590867" y="510062"/>
                </a:moveTo>
                <a:lnTo>
                  <a:pt x="6120447" y="980484"/>
                </a:lnTo>
                <a:lnTo>
                  <a:pt x="6587095" y="1447133"/>
                </a:lnTo>
                <a:lnTo>
                  <a:pt x="6652238" y="1447133"/>
                </a:lnTo>
                <a:lnTo>
                  <a:pt x="7118887" y="980483"/>
                </a:lnTo>
                <a:lnTo>
                  <a:pt x="6648468" y="510062"/>
                </a:lnTo>
                <a:close/>
                <a:moveTo>
                  <a:pt x="7641550" y="510061"/>
                </a:moveTo>
                <a:lnTo>
                  <a:pt x="7171131" y="980482"/>
                </a:lnTo>
                <a:lnTo>
                  <a:pt x="7637780" y="1447133"/>
                </a:lnTo>
                <a:lnTo>
                  <a:pt x="7702919" y="1447133"/>
                </a:lnTo>
                <a:lnTo>
                  <a:pt x="8169568" y="980483"/>
                </a:lnTo>
                <a:lnTo>
                  <a:pt x="7699149" y="510061"/>
                </a:lnTo>
                <a:close/>
                <a:moveTo>
                  <a:pt x="8692232" y="510061"/>
                </a:moveTo>
                <a:lnTo>
                  <a:pt x="8221811" y="980484"/>
                </a:lnTo>
                <a:lnTo>
                  <a:pt x="8688459" y="1447133"/>
                </a:lnTo>
                <a:lnTo>
                  <a:pt x="8753603" y="1447133"/>
                </a:lnTo>
                <a:lnTo>
                  <a:pt x="9220250" y="980484"/>
                </a:lnTo>
                <a:lnTo>
                  <a:pt x="8749829" y="510061"/>
                </a:lnTo>
                <a:close/>
                <a:moveTo>
                  <a:pt x="10793597" y="510061"/>
                </a:moveTo>
                <a:lnTo>
                  <a:pt x="10323178" y="980482"/>
                </a:lnTo>
                <a:lnTo>
                  <a:pt x="10789828" y="1447133"/>
                </a:lnTo>
                <a:lnTo>
                  <a:pt x="10854964" y="1447133"/>
                </a:lnTo>
                <a:lnTo>
                  <a:pt x="11321613" y="980483"/>
                </a:lnTo>
                <a:lnTo>
                  <a:pt x="10851193" y="510061"/>
                </a:lnTo>
                <a:close/>
                <a:moveTo>
                  <a:pt x="9742913" y="510061"/>
                </a:moveTo>
                <a:lnTo>
                  <a:pt x="9272493" y="980483"/>
                </a:lnTo>
                <a:lnTo>
                  <a:pt x="9739141" y="1447133"/>
                </a:lnTo>
                <a:lnTo>
                  <a:pt x="9804283" y="1447133"/>
                </a:lnTo>
                <a:lnTo>
                  <a:pt x="10270933" y="980481"/>
                </a:lnTo>
                <a:lnTo>
                  <a:pt x="9800515" y="510061"/>
                </a:lnTo>
                <a:close/>
                <a:moveTo>
                  <a:pt x="783785" y="399238"/>
                </a:moveTo>
                <a:lnTo>
                  <a:pt x="894609" y="399238"/>
                </a:lnTo>
                <a:lnTo>
                  <a:pt x="894609" y="510062"/>
                </a:lnTo>
                <a:lnTo>
                  <a:pt x="783785" y="510062"/>
                </a:lnTo>
                <a:close/>
                <a:moveTo>
                  <a:pt x="2885401" y="399237"/>
                </a:moveTo>
                <a:lnTo>
                  <a:pt x="2996227" y="399237"/>
                </a:lnTo>
                <a:lnTo>
                  <a:pt x="2996227" y="510062"/>
                </a:lnTo>
                <a:lnTo>
                  <a:pt x="2885401" y="510062"/>
                </a:lnTo>
                <a:close/>
                <a:moveTo>
                  <a:pt x="1834590" y="399237"/>
                </a:moveTo>
                <a:lnTo>
                  <a:pt x="1945415" y="399237"/>
                </a:lnTo>
                <a:lnTo>
                  <a:pt x="1945415" y="510062"/>
                </a:lnTo>
                <a:lnTo>
                  <a:pt x="1834590" y="510062"/>
                </a:lnTo>
                <a:close/>
                <a:moveTo>
                  <a:pt x="3936208" y="399237"/>
                </a:moveTo>
                <a:lnTo>
                  <a:pt x="4047032" y="399237"/>
                </a:lnTo>
                <a:lnTo>
                  <a:pt x="4047032" y="510062"/>
                </a:lnTo>
                <a:lnTo>
                  <a:pt x="3936208" y="510062"/>
                </a:lnTo>
                <a:close/>
                <a:moveTo>
                  <a:pt x="4987004" y="399237"/>
                </a:moveTo>
                <a:lnTo>
                  <a:pt x="5097834" y="399237"/>
                </a:lnTo>
                <a:lnTo>
                  <a:pt x="5097834" y="510062"/>
                </a:lnTo>
                <a:lnTo>
                  <a:pt x="4987004" y="510062"/>
                </a:lnTo>
                <a:close/>
                <a:moveTo>
                  <a:pt x="6037802" y="399237"/>
                </a:moveTo>
                <a:lnTo>
                  <a:pt x="6148626" y="399237"/>
                </a:lnTo>
                <a:lnTo>
                  <a:pt x="6148626" y="510062"/>
                </a:lnTo>
                <a:lnTo>
                  <a:pt x="6037802" y="510062"/>
                </a:lnTo>
                <a:close/>
                <a:moveTo>
                  <a:pt x="7088609" y="399237"/>
                </a:moveTo>
                <a:lnTo>
                  <a:pt x="7199434" y="399237"/>
                </a:lnTo>
                <a:lnTo>
                  <a:pt x="7199434" y="510061"/>
                </a:lnTo>
                <a:lnTo>
                  <a:pt x="7088609" y="510061"/>
                </a:lnTo>
                <a:close/>
                <a:moveTo>
                  <a:pt x="8139417" y="399237"/>
                </a:moveTo>
                <a:lnTo>
                  <a:pt x="8250242" y="399237"/>
                </a:lnTo>
                <a:lnTo>
                  <a:pt x="8250242" y="510061"/>
                </a:lnTo>
                <a:lnTo>
                  <a:pt x="8139417" y="510061"/>
                </a:lnTo>
                <a:close/>
                <a:moveTo>
                  <a:pt x="9190225" y="399236"/>
                </a:moveTo>
                <a:lnTo>
                  <a:pt x="9301050" y="399236"/>
                </a:lnTo>
                <a:lnTo>
                  <a:pt x="9301050" y="510061"/>
                </a:lnTo>
                <a:lnTo>
                  <a:pt x="9190225" y="510061"/>
                </a:lnTo>
                <a:close/>
                <a:moveTo>
                  <a:pt x="10241033" y="399236"/>
                </a:moveTo>
                <a:lnTo>
                  <a:pt x="10351858" y="399236"/>
                </a:lnTo>
                <a:lnTo>
                  <a:pt x="10351858" y="510061"/>
                </a:lnTo>
                <a:lnTo>
                  <a:pt x="10241033" y="510061"/>
                </a:lnTo>
                <a:close/>
                <a:moveTo>
                  <a:pt x="11291841" y="399236"/>
                </a:moveTo>
                <a:lnTo>
                  <a:pt x="11402666" y="399236"/>
                </a:lnTo>
                <a:lnTo>
                  <a:pt x="11402666" y="510061"/>
                </a:lnTo>
                <a:lnTo>
                  <a:pt x="11291841" y="510061"/>
                </a:lnTo>
                <a:close/>
                <a:moveTo>
                  <a:pt x="6138405" y="0"/>
                </a:moveTo>
                <a:lnTo>
                  <a:pt x="6190649" y="0"/>
                </a:lnTo>
                <a:lnTo>
                  <a:pt x="6589887" y="399237"/>
                </a:lnTo>
                <a:lnTo>
                  <a:pt x="6649449" y="399237"/>
                </a:lnTo>
                <a:lnTo>
                  <a:pt x="7048684" y="2"/>
                </a:lnTo>
                <a:lnTo>
                  <a:pt x="7100928" y="2"/>
                </a:lnTo>
                <a:lnTo>
                  <a:pt x="6674030" y="426899"/>
                </a:lnTo>
                <a:lnTo>
                  <a:pt x="6674030" y="483379"/>
                </a:lnTo>
                <a:lnTo>
                  <a:pt x="7145009" y="954361"/>
                </a:lnTo>
                <a:lnTo>
                  <a:pt x="7614013" y="485355"/>
                </a:lnTo>
                <a:lnTo>
                  <a:pt x="7614013" y="424926"/>
                </a:lnTo>
                <a:lnTo>
                  <a:pt x="7189086" y="0"/>
                </a:lnTo>
                <a:lnTo>
                  <a:pt x="7241329" y="0"/>
                </a:lnTo>
                <a:lnTo>
                  <a:pt x="7640566" y="399237"/>
                </a:lnTo>
                <a:lnTo>
                  <a:pt x="7700131" y="399237"/>
                </a:lnTo>
                <a:lnTo>
                  <a:pt x="8099367" y="1"/>
                </a:lnTo>
                <a:lnTo>
                  <a:pt x="8151611" y="1"/>
                </a:lnTo>
                <a:lnTo>
                  <a:pt x="7724838" y="426774"/>
                </a:lnTo>
                <a:lnTo>
                  <a:pt x="7724838" y="483508"/>
                </a:lnTo>
                <a:lnTo>
                  <a:pt x="8195689" y="954363"/>
                </a:lnTo>
                <a:lnTo>
                  <a:pt x="8664821" y="485229"/>
                </a:lnTo>
                <a:lnTo>
                  <a:pt x="8664821" y="425053"/>
                </a:lnTo>
                <a:lnTo>
                  <a:pt x="8239767" y="0"/>
                </a:lnTo>
                <a:lnTo>
                  <a:pt x="8292011" y="0"/>
                </a:lnTo>
                <a:lnTo>
                  <a:pt x="8691248" y="399236"/>
                </a:lnTo>
                <a:lnTo>
                  <a:pt x="8750812" y="399236"/>
                </a:lnTo>
                <a:lnTo>
                  <a:pt x="9150049" y="1"/>
                </a:lnTo>
                <a:lnTo>
                  <a:pt x="9202293" y="1"/>
                </a:lnTo>
                <a:lnTo>
                  <a:pt x="8775646" y="426647"/>
                </a:lnTo>
                <a:lnTo>
                  <a:pt x="8775646" y="483635"/>
                </a:lnTo>
                <a:lnTo>
                  <a:pt x="9246372" y="954363"/>
                </a:lnTo>
                <a:lnTo>
                  <a:pt x="9715629" y="485103"/>
                </a:lnTo>
                <a:lnTo>
                  <a:pt x="9715629" y="425175"/>
                </a:lnTo>
                <a:lnTo>
                  <a:pt x="9290453" y="0"/>
                </a:lnTo>
                <a:lnTo>
                  <a:pt x="9342696" y="0"/>
                </a:lnTo>
                <a:lnTo>
                  <a:pt x="9741934" y="399236"/>
                </a:lnTo>
                <a:lnTo>
                  <a:pt x="9801496" y="399236"/>
                </a:lnTo>
                <a:lnTo>
                  <a:pt x="10200732" y="1"/>
                </a:lnTo>
                <a:lnTo>
                  <a:pt x="10252974" y="1"/>
                </a:lnTo>
                <a:lnTo>
                  <a:pt x="9826454" y="426520"/>
                </a:lnTo>
                <a:lnTo>
                  <a:pt x="9826454" y="483756"/>
                </a:lnTo>
                <a:lnTo>
                  <a:pt x="10297055" y="954360"/>
                </a:lnTo>
                <a:lnTo>
                  <a:pt x="10766437" y="484975"/>
                </a:lnTo>
                <a:lnTo>
                  <a:pt x="10766437" y="425305"/>
                </a:lnTo>
                <a:lnTo>
                  <a:pt x="10341131" y="0"/>
                </a:lnTo>
                <a:lnTo>
                  <a:pt x="10393375" y="0"/>
                </a:lnTo>
                <a:lnTo>
                  <a:pt x="10792612" y="399236"/>
                </a:lnTo>
                <a:lnTo>
                  <a:pt x="10852176" y="399236"/>
                </a:lnTo>
                <a:lnTo>
                  <a:pt x="11251411" y="3"/>
                </a:lnTo>
                <a:lnTo>
                  <a:pt x="11303657" y="3"/>
                </a:lnTo>
                <a:lnTo>
                  <a:pt x="10877262" y="426397"/>
                </a:lnTo>
                <a:lnTo>
                  <a:pt x="10877262" y="483887"/>
                </a:lnTo>
                <a:lnTo>
                  <a:pt x="11347735" y="954362"/>
                </a:lnTo>
                <a:lnTo>
                  <a:pt x="11817249" y="484846"/>
                </a:lnTo>
                <a:lnTo>
                  <a:pt x="11817249" y="425436"/>
                </a:lnTo>
                <a:lnTo>
                  <a:pt x="11391812" y="0"/>
                </a:lnTo>
                <a:lnTo>
                  <a:pt x="11444056" y="0"/>
                </a:lnTo>
                <a:lnTo>
                  <a:pt x="11843293" y="399236"/>
                </a:lnTo>
                <a:lnTo>
                  <a:pt x="11902859" y="399236"/>
                </a:lnTo>
                <a:lnTo>
                  <a:pt x="12191973" y="110123"/>
                </a:lnTo>
                <a:lnTo>
                  <a:pt x="12191973" y="162366"/>
                </a:lnTo>
                <a:lnTo>
                  <a:pt x="11928074" y="426265"/>
                </a:lnTo>
                <a:lnTo>
                  <a:pt x="11928074" y="484017"/>
                </a:lnTo>
                <a:lnTo>
                  <a:pt x="12191974" y="747926"/>
                </a:lnTo>
                <a:lnTo>
                  <a:pt x="12191974" y="800166"/>
                </a:lnTo>
                <a:lnTo>
                  <a:pt x="11901874" y="510061"/>
                </a:lnTo>
                <a:lnTo>
                  <a:pt x="11844278" y="510061"/>
                </a:lnTo>
                <a:lnTo>
                  <a:pt x="11373857" y="980483"/>
                </a:lnTo>
                <a:lnTo>
                  <a:pt x="11840505" y="1447132"/>
                </a:lnTo>
                <a:lnTo>
                  <a:pt x="11905645" y="1447132"/>
                </a:lnTo>
                <a:lnTo>
                  <a:pt x="12191976" y="1160803"/>
                </a:lnTo>
                <a:lnTo>
                  <a:pt x="12191976" y="1213046"/>
                </a:lnTo>
                <a:lnTo>
                  <a:pt x="11928074" y="1476947"/>
                </a:lnTo>
                <a:lnTo>
                  <a:pt x="11928074" y="1534702"/>
                </a:lnTo>
                <a:lnTo>
                  <a:pt x="12191975" y="1798604"/>
                </a:lnTo>
                <a:lnTo>
                  <a:pt x="12191975" y="1850847"/>
                </a:lnTo>
                <a:lnTo>
                  <a:pt x="11899087" y="1557957"/>
                </a:lnTo>
                <a:lnTo>
                  <a:pt x="11847063" y="1557957"/>
                </a:lnTo>
                <a:lnTo>
                  <a:pt x="11373858" y="2031163"/>
                </a:lnTo>
                <a:lnTo>
                  <a:pt x="11842778" y="2500070"/>
                </a:lnTo>
                <a:lnTo>
                  <a:pt x="11903378" y="2500070"/>
                </a:lnTo>
                <a:lnTo>
                  <a:pt x="12191975" y="2211473"/>
                </a:lnTo>
                <a:lnTo>
                  <a:pt x="12191974" y="2263716"/>
                </a:lnTo>
                <a:lnTo>
                  <a:pt x="11928074" y="2527616"/>
                </a:lnTo>
                <a:lnTo>
                  <a:pt x="11928074" y="2585366"/>
                </a:lnTo>
                <a:lnTo>
                  <a:pt x="12191978" y="2849270"/>
                </a:lnTo>
                <a:lnTo>
                  <a:pt x="12191977" y="2901515"/>
                </a:lnTo>
                <a:lnTo>
                  <a:pt x="11901357" y="2610895"/>
                </a:lnTo>
                <a:lnTo>
                  <a:pt x="11844795" y="2610895"/>
                </a:lnTo>
                <a:lnTo>
                  <a:pt x="11373856" y="3081835"/>
                </a:lnTo>
                <a:lnTo>
                  <a:pt x="11843230" y="3551209"/>
                </a:lnTo>
                <a:lnTo>
                  <a:pt x="11902922" y="3551209"/>
                </a:lnTo>
                <a:lnTo>
                  <a:pt x="12191974" y="3262156"/>
                </a:lnTo>
                <a:lnTo>
                  <a:pt x="12191974" y="3314400"/>
                </a:lnTo>
                <a:lnTo>
                  <a:pt x="11928074" y="3578299"/>
                </a:lnTo>
                <a:lnTo>
                  <a:pt x="11928074" y="3636053"/>
                </a:lnTo>
                <a:lnTo>
                  <a:pt x="12191975" y="3899954"/>
                </a:lnTo>
                <a:lnTo>
                  <a:pt x="12191975" y="3952198"/>
                </a:lnTo>
                <a:lnTo>
                  <a:pt x="11901811" y="3662034"/>
                </a:lnTo>
                <a:lnTo>
                  <a:pt x="11844339" y="3662034"/>
                </a:lnTo>
                <a:lnTo>
                  <a:pt x="11373856" y="4132518"/>
                </a:lnTo>
                <a:lnTo>
                  <a:pt x="11813331" y="4571992"/>
                </a:lnTo>
                <a:lnTo>
                  <a:pt x="11761089" y="4571991"/>
                </a:lnTo>
                <a:lnTo>
                  <a:pt x="11347736" y="4158638"/>
                </a:lnTo>
                <a:lnTo>
                  <a:pt x="10934382" y="4571992"/>
                </a:lnTo>
                <a:lnTo>
                  <a:pt x="10882138" y="4571992"/>
                </a:lnTo>
                <a:lnTo>
                  <a:pt x="11321614" y="4132516"/>
                </a:lnTo>
                <a:lnTo>
                  <a:pt x="10851132" y="3662034"/>
                </a:lnTo>
                <a:lnTo>
                  <a:pt x="10793656" y="3662034"/>
                </a:lnTo>
                <a:lnTo>
                  <a:pt x="10323175" y="4132515"/>
                </a:lnTo>
                <a:lnTo>
                  <a:pt x="10762651" y="4571991"/>
                </a:lnTo>
                <a:lnTo>
                  <a:pt x="10710406" y="4571992"/>
                </a:lnTo>
                <a:lnTo>
                  <a:pt x="10297052" y="4158638"/>
                </a:lnTo>
                <a:lnTo>
                  <a:pt x="9883699" y="4571992"/>
                </a:lnTo>
                <a:lnTo>
                  <a:pt x="9831456" y="4571992"/>
                </a:lnTo>
                <a:lnTo>
                  <a:pt x="10270931" y="4132517"/>
                </a:lnTo>
                <a:lnTo>
                  <a:pt x="9800448" y="3662034"/>
                </a:lnTo>
                <a:lnTo>
                  <a:pt x="9742974" y="3662034"/>
                </a:lnTo>
                <a:lnTo>
                  <a:pt x="9272491" y="4132517"/>
                </a:lnTo>
                <a:lnTo>
                  <a:pt x="9711968" y="4571993"/>
                </a:lnTo>
                <a:lnTo>
                  <a:pt x="9659723" y="4571993"/>
                </a:lnTo>
                <a:lnTo>
                  <a:pt x="9246369" y="4158639"/>
                </a:lnTo>
                <a:lnTo>
                  <a:pt x="8833016" y="4571992"/>
                </a:lnTo>
                <a:lnTo>
                  <a:pt x="8780772" y="4571992"/>
                </a:lnTo>
                <a:lnTo>
                  <a:pt x="9220247" y="4132517"/>
                </a:lnTo>
                <a:lnTo>
                  <a:pt x="8749764" y="3662034"/>
                </a:lnTo>
                <a:lnTo>
                  <a:pt x="8692294" y="3662034"/>
                </a:lnTo>
                <a:lnTo>
                  <a:pt x="8221812" y="4132516"/>
                </a:lnTo>
                <a:lnTo>
                  <a:pt x="8661288" y="4571992"/>
                </a:lnTo>
                <a:lnTo>
                  <a:pt x="8609042" y="4571992"/>
                </a:lnTo>
                <a:lnTo>
                  <a:pt x="8195689" y="4158639"/>
                </a:lnTo>
                <a:lnTo>
                  <a:pt x="7782334" y="4571994"/>
                </a:lnTo>
                <a:lnTo>
                  <a:pt x="7730092" y="4571994"/>
                </a:lnTo>
                <a:lnTo>
                  <a:pt x="8169568" y="4132518"/>
                </a:lnTo>
                <a:lnTo>
                  <a:pt x="7699085" y="3662034"/>
                </a:lnTo>
                <a:lnTo>
                  <a:pt x="7641614" y="3662034"/>
                </a:lnTo>
                <a:lnTo>
                  <a:pt x="7171129" y="4132518"/>
                </a:lnTo>
                <a:lnTo>
                  <a:pt x="7610604" y="4571993"/>
                </a:lnTo>
                <a:lnTo>
                  <a:pt x="7558360" y="4571993"/>
                </a:lnTo>
                <a:lnTo>
                  <a:pt x="7145007" y="4158640"/>
                </a:lnTo>
                <a:lnTo>
                  <a:pt x="6731655" y="4571993"/>
                </a:lnTo>
                <a:lnTo>
                  <a:pt x="6679410" y="4571993"/>
                </a:lnTo>
                <a:lnTo>
                  <a:pt x="7118885" y="4132518"/>
                </a:lnTo>
                <a:lnTo>
                  <a:pt x="6648402" y="3662034"/>
                </a:lnTo>
                <a:lnTo>
                  <a:pt x="6590932" y="3662034"/>
                </a:lnTo>
                <a:lnTo>
                  <a:pt x="6120448" y="4132519"/>
                </a:lnTo>
                <a:lnTo>
                  <a:pt x="6559922" y="4571993"/>
                </a:lnTo>
                <a:lnTo>
                  <a:pt x="6507678" y="4571993"/>
                </a:lnTo>
                <a:lnTo>
                  <a:pt x="6094326" y="4158641"/>
                </a:lnTo>
                <a:lnTo>
                  <a:pt x="5680985" y="4571992"/>
                </a:lnTo>
                <a:lnTo>
                  <a:pt x="5628744" y="4571992"/>
                </a:lnTo>
                <a:lnTo>
                  <a:pt x="6068205" y="4132519"/>
                </a:lnTo>
                <a:lnTo>
                  <a:pt x="5597731" y="3662034"/>
                </a:lnTo>
                <a:lnTo>
                  <a:pt x="5540263" y="3662034"/>
                </a:lnTo>
                <a:lnTo>
                  <a:pt x="5069789" y="4132518"/>
                </a:lnTo>
                <a:lnTo>
                  <a:pt x="5509253" y="4571993"/>
                </a:lnTo>
                <a:lnTo>
                  <a:pt x="5457012" y="4571993"/>
                </a:lnTo>
                <a:lnTo>
                  <a:pt x="5043664" y="4158640"/>
                </a:lnTo>
                <a:lnTo>
                  <a:pt x="4630303" y="4571992"/>
                </a:lnTo>
                <a:lnTo>
                  <a:pt x="4578059" y="4571992"/>
                </a:lnTo>
                <a:lnTo>
                  <a:pt x="5017539" y="4132518"/>
                </a:lnTo>
                <a:lnTo>
                  <a:pt x="4547049" y="3662034"/>
                </a:lnTo>
                <a:lnTo>
                  <a:pt x="4489581" y="3662034"/>
                </a:lnTo>
                <a:lnTo>
                  <a:pt x="4019108" y="4132519"/>
                </a:lnTo>
                <a:lnTo>
                  <a:pt x="4458568" y="4571993"/>
                </a:lnTo>
                <a:lnTo>
                  <a:pt x="4406323" y="4571993"/>
                </a:lnTo>
                <a:lnTo>
                  <a:pt x="3992985" y="4158641"/>
                </a:lnTo>
                <a:lnTo>
                  <a:pt x="3579645" y="4571992"/>
                </a:lnTo>
                <a:lnTo>
                  <a:pt x="3527403" y="4571992"/>
                </a:lnTo>
                <a:lnTo>
                  <a:pt x="3966864" y="4132520"/>
                </a:lnTo>
                <a:lnTo>
                  <a:pt x="3496388" y="3662034"/>
                </a:lnTo>
                <a:lnTo>
                  <a:pt x="3438920" y="3662034"/>
                </a:lnTo>
                <a:lnTo>
                  <a:pt x="2968432" y="4132519"/>
                </a:lnTo>
                <a:lnTo>
                  <a:pt x="3407908" y="4571992"/>
                </a:lnTo>
                <a:lnTo>
                  <a:pt x="3355663" y="4571992"/>
                </a:lnTo>
                <a:lnTo>
                  <a:pt x="2942311" y="4158641"/>
                </a:lnTo>
                <a:lnTo>
                  <a:pt x="2528961" y="4571991"/>
                </a:lnTo>
                <a:lnTo>
                  <a:pt x="2476717" y="4571991"/>
                </a:lnTo>
                <a:lnTo>
                  <a:pt x="2916189" y="4132519"/>
                </a:lnTo>
                <a:lnTo>
                  <a:pt x="2445706" y="3662034"/>
                </a:lnTo>
                <a:lnTo>
                  <a:pt x="2388237" y="3662034"/>
                </a:lnTo>
                <a:lnTo>
                  <a:pt x="1917745" y="4132520"/>
                </a:lnTo>
                <a:lnTo>
                  <a:pt x="2357225" y="4571992"/>
                </a:lnTo>
                <a:lnTo>
                  <a:pt x="2304981" y="4571993"/>
                </a:lnTo>
                <a:lnTo>
                  <a:pt x="1891623" y="4158642"/>
                </a:lnTo>
                <a:lnTo>
                  <a:pt x="1478275" y="4571991"/>
                </a:lnTo>
                <a:lnTo>
                  <a:pt x="1426031" y="4571991"/>
                </a:lnTo>
                <a:lnTo>
                  <a:pt x="1865501" y="4132520"/>
                </a:lnTo>
                <a:lnTo>
                  <a:pt x="1395017" y="3662034"/>
                </a:lnTo>
                <a:lnTo>
                  <a:pt x="1337551" y="3662034"/>
                </a:lnTo>
                <a:lnTo>
                  <a:pt x="867066" y="4132521"/>
                </a:lnTo>
                <a:lnTo>
                  <a:pt x="1306536" y="4571992"/>
                </a:lnTo>
                <a:lnTo>
                  <a:pt x="1254292" y="4571992"/>
                </a:lnTo>
                <a:lnTo>
                  <a:pt x="840944" y="4158643"/>
                </a:lnTo>
                <a:lnTo>
                  <a:pt x="427595" y="4571993"/>
                </a:lnTo>
                <a:lnTo>
                  <a:pt x="375351" y="4571993"/>
                </a:lnTo>
                <a:lnTo>
                  <a:pt x="814822" y="4132521"/>
                </a:lnTo>
                <a:lnTo>
                  <a:pt x="344336" y="3662034"/>
                </a:lnTo>
                <a:lnTo>
                  <a:pt x="286870" y="3662034"/>
                </a:lnTo>
                <a:lnTo>
                  <a:pt x="5" y="3948900"/>
                </a:lnTo>
                <a:lnTo>
                  <a:pt x="5" y="3896656"/>
                </a:lnTo>
                <a:lnTo>
                  <a:pt x="258369" y="3638291"/>
                </a:lnTo>
                <a:lnTo>
                  <a:pt x="258369" y="3576066"/>
                </a:lnTo>
                <a:lnTo>
                  <a:pt x="1" y="3317698"/>
                </a:lnTo>
                <a:lnTo>
                  <a:pt x="1" y="3265454"/>
                </a:lnTo>
                <a:lnTo>
                  <a:pt x="285756" y="3551209"/>
                </a:lnTo>
                <a:lnTo>
                  <a:pt x="345451" y="3551209"/>
                </a:lnTo>
                <a:lnTo>
                  <a:pt x="814822" y="3081838"/>
                </a:lnTo>
                <a:lnTo>
                  <a:pt x="343880" y="2610895"/>
                </a:lnTo>
                <a:lnTo>
                  <a:pt x="287328" y="2610895"/>
                </a:lnTo>
                <a:lnTo>
                  <a:pt x="6" y="2898217"/>
                </a:lnTo>
                <a:lnTo>
                  <a:pt x="6" y="2845973"/>
                </a:lnTo>
                <a:lnTo>
                  <a:pt x="258373" y="2587605"/>
                </a:lnTo>
                <a:lnTo>
                  <a:pt x="258373" y="2525388"/>
                </a:lnTo>
                <a:lnTo>
                  <a:pt x="1" y="2267015"/>
                </a:lnTo>
                <a:lnTo>
                  <a:pt x="0" y="2214770"/>
                </a:lnTo>
                <a:lnTo>
                  <a:pt x="285299" y="2500070"/>
                </a:lnTo>
                <a:lnTo>
                  <a:pt x="345909" y="2500070"/>
                </a:lnTo>
                <a:lnTo>
                  <a:pt x="814822" y="2031167"/>
                </a:lnTo>
                <a:lnTo>
                  <a:pt x="341616" y="1557959"/>
                </a:lnTo>
                <a:lnTo>
                  <a:pt x="289593" y="1557959"/>
                </a:lnTo>
                <a:lnTo>
                  <a:pt x="4" y="1847551"/>
                </a:lnTo>
                <a:lnTo>
                  <a:pt x="4" y="1795307"/>
                </a:lnTo>
                <a:lnTo>
                  <a:pt x="258377" y="1536932"/>
                </a:lnTo>
                <a:lnTo>
                  <a:pt x="258377" y="1474721"/>
                </a:lnTo>
                <a:lnTo>
                  <a:pt x="2" y="1216345"/>
                </a:lnTo>
                <a:lnTo>
                  <a:pt x="2" y="1164102"/>
                </a:lnTo>
                <a:lnTo>
                  <a:pt x="283034" y="1447135"/>
                </a:lnTo>
                <a:lnTo>
                  <a:pt x="348175" y="1447135"/>
                </a:lnTo>
                <a:lnTo>
                  <a:pt x="814821" y="980486"/>
                </a:lnTo>
                <a:lnTo>
                  <a:pt x="344401" y="510062"/>
                </a:lnTo>
                <a:lnTo>
                  <a:pt x="286805" y="510062"/>
                </a:lnTo>
                <a:lnTo>
                  <a:pt x="5" y="796868"/>
                </a:lnTo>
                <a:lnTo>
                  <a:pt x="5" y="744628"/>
                </a:lnTo>
                <a:lnTo>
                  <a:pt x="258382" y="486242"/>
                </a:lnTo>
                <a:lnTo>
                  <a:pt x="258382" y="424043"/>
                </a:lnTo>
                <a:lnTo>
                  <a:pt x="3" y="165664"/>
                </a:lnTo>
                <a:lnTo>
                  <a:pt x="3" y="113420"/>
                </a:lnTo>
                <a:lnTo>
                  <a:pt x="285820" y="399237"/>
                </a:lnTo>
                <a:lnTo>
                  <a:pt x="345386" y="399237"/>
                </a:lnTo>
                <a:lnTo>
                  <a:pt x="744622" y="2"/>
                </a:lnTo>
                <a:lnTo>
                  <a:pt x="796865" y="2"/>
                </a:lnTo>
                <a:lnTo>
                  <a:pt x="369206" y="427661"/>
                </a:lnTo>
                <a:lnTo>
                  <a:pt x="369206" y="482624"/>
                </a:lnTo>
                <a:lnTo>
                  <a:pt x="840943" y="954364"/>
                </a:lnTo>
                <a:lnTo>
                  <a:pt x="1309187" y="486116"/>
                </a:lnTo>
                <a:lnTo>
                  <a:pt x="1309187" y="424169"/>
                </a:lnTo>
                <a:lnTo>
                  <a:pt x="885019" y="0"/>
                </a:lnTo>
                <a:lnTo>
                  <a:pt x="937262" y="0"/>
                </a:lnTo>
                <a:lnTo>
                  <a:pt x="1336499" y="399237"/>
                </a:lnTo>
                <a:lnTo>
                  <a:pt x="1396066" y="399237"/>
                </a:lnTo>
                <a:lnTo>
                  <a:pt x="1795300" y="3"/>
                </a:lnTo>
                <a:lnTo>
                  <a:pt x="1847544" y="3"/>
                </a:lnTo>
                <a:lnTo>
                  <a:pt x="1420012" y="427535"/>
                </a:lnTo>
                <a:lnTo>
                  <a:pt x="1420012" y="482750"/>
                </a:lnTo>
                <a:lnTo>
                  <a:pt x="1891623" y="954365"/>
                </a:lnTo>
                <a:lnTo>
                  <a:pt x="2360001" y="485992"/>
                </a:lnTo>
                <a:lnTo>
                  <a:pt x="2360001" y="424295"/>
                </a:lnTo>
                <a:lnTo>
                  <a:pt x="1935698" y="0"/>
                </a:lnTo>
                <a:lnTo>
                  <a:pt x="1987943" y="0"/>
                </a:lnTo>
                <a:lnTo>
                  <a:pt x="2387187" y="399237"/>
                </a:lnTo>
                <a:lnTo>
                  <a:pt x="2446755" y="399237"/>
                </a:lnTo>
                <a:lnTo>
                  <a:pt x="2845991" y="2"/>
                </a:lnTo>
                <a:lnTo>
                  <a:pt x="2898236" y="2"/>
                </a:lnTo>
                <a:lnTo>
                  <a:pt x="2470825" y="427411"/>
                </a:lnTo>
                <a:lnTo>
                  <a:pt x="2470825" y="482875"/>
                </a:lnTo>
                <a:lnTo>
                  <a:pt x="2942310" y="954365"/>
                </a:lnTo>
                <a:lnTo>
                  <a:pt x="3410809" y="485866"/>
                </a:lnTo>
                <a:lnTo>
                  <a:pt x="3410809" y="424419"/>
                </a:lnTo>
                <a:lnTo>
                  <a:pt x="2986386" y="0"/>
                </a:lnTo>
                <a:lnTo>
                  <a:pt x="3038626" y="0"/>
                </a:lnTo>
                <a:lnTo>
                  <a:pt x="3437870" y="399237"/>
                </a:lnTo>
                <a:lnTo>
                  <a:pt x="3497441" y="399237"/>
                </a:lnTo>
                <a:lnTo>
                  <a:pt x="3896667" y="2"/>
                </a:lnTo>
                <a:lnTo>
                  <a:pt x="3948913" y="2"/>
                </a:lnTo>
                <a:lnTo>
                  <a:pt x="3521637" y="427285"/>
                </a:lnTo>
                <a:lnTo>
                  <a:pt x="3521637" y="483001"/>
                </a:lnTo>
                <a:lnTo>
                  <a:pt x="3992987" y="954364"/>
                </a:lnTo>
                <a:lnTo>
                  <a:pt x="4461599" y="485738"/>
                </a:lnTo>
                <a:lnTo>
                  <a:pt x="4461599" y="424543"/>
                </a:lnTo>
                <a:lnTo>
                  <a:pt x="4037068" y="1"/>
                </a:lnTo>
                <a:lnTo>
                  <a:pt x="4089312" y="1"/>
                </a:lnTo>
                <a:lnTo>
                  <a:pt x="4488534" y="399237"/>
                </a:lnTo>
                <a:lnTo>
                  <a:pt x="4548100" y="399237"/>
                </a:lnTo>
                <a:lnTo>
                  <a:pt x="4947332" y="4"/>
                </a:lnTo>
                <a:lnTo>
                  <a:pt x="4999581" y="4"/>
                </a:lnTo>
                <a:lnTo>
                  <a:pt x="4572422" y="427156"/>
                </a:lnTo>
                <a:lnTo>
                  <a:pt x="4572422" y="483126"/>
                </a:lnTo>
                <a:lnTo>
                  <a:pt x="5043667" y="954362"/>
                </a:lnTo>
                <a:lnTo>
                  <a:pt x="5512409" y="485609"/>
                </a:lnTo>
                <a:lnTo>
                  <a:pt x="5512409" y="424674"/>
                </a:lnTo>
                <a:lnTo>
                  <a:pt x="5087742" y="1"/>
                </a:lnTo>
                <a:lnTo>
                  <a:pt x="5139977" y="1"/>
                </a:lnTo>
                <a:lnTo>
                  <a:pt x="5539215" y="399237"/>
                </a:lnTo>
                <a:lnTo>
                  <a:pt x="5598781" y="399237"/>
                </a:lnTo>
                <a:lnTo>
                  <a:pt x="5998007" y="2"/>
                </a:lnTo>
                <a:lnTo>
                  <a:pt x="6050249" y="2"/>
                </a:lnTo>
                <a:lnTo>
                  <a:pt x="5623232" y="427030"/>
                </a:lnTo>
                <a:lnTo>
                  <a:pt x="5623232" y="483255"/>
                </a:lnTo>
                <a:lnTo>
                  <a:pt x="6094326" y="954363"/>
                </a:lnTo>
                <a:lnTo>
                  <a:pt x="6563205" y="485481"/>
                </a:lnTo>
                <a:lnTo>
                  <a:pt x="6563205" y="4247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2632926"/>
      </p:ext>
    </p:extLst>
  </p:cSld>
  <p:clrMapOvr>
    <a:masterClrMapping/>
  </p:clrMapOvr>
  <p:transition spd="slow">
    <p:push dir="u"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452191"/>
      </p:ext>
    </p:extLst>
  </p:cSld>
  <p:clrMapOvr>
    <a:masterClrMapping/>
  </p:clrMapOvr>
  <p:transition spd="slow">
    <p:push dir="u"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24" y="8"/>
            <a:ext cx="12191978" cy="4571994"/>
          </a:xfrm>
          <a:custGeom>
            <a:avLst/>
            <a:gdLst/>
            <a:ahLst/>
            <a:cxnLst/>
            <a:rect l="l" t="t" r="r" b="b"/>
            <a:pathLst>
              <a:path w="12191978" h="4571994">
                <a:moveTo>
                  <a:pt x="1" y="4316129"/>
                </a:moveTo>
                <a:lnTo>
                  <a:pt x="255863" y="4571991"/>
                </a:lnTo>
                <a:lnTo>
                  <a:pt x="203619" y="4571991"/>
                </a:lnTo>
                <a:lnTo>
                  <a:pt x="1" y="4368373"/>
                </a:lnTo>
                <a:close/>
                <a:moveTo>
                  <a:pt x="12191973" y="4312831"/>
                </a:moveTo>
                <a:lnTo>
                  <a:pt x="12191972" y="4365076"/>
                </a:lnTo>
                <a:lnTo>
                  <a:pt x="11985055" y="4571992"/>
                </a:lnTo>
                <a:lnTo>
                  <a:pt x="11932811" y="4571993"/>
                </a:lnTo>
                <a:close/>
                <a:moveTo>
                  <a:pt x="11817249" y="4076816"/>
                </a:moveTo>
                <a:lnTo>
                  <a:pt x="11928074" y="4076816"/>
                </a:lnTo>
                <a:lnTo>
                  <a:pt x="11928074" y="4187641"/>
                </a:lnTo>
                <a:lnTo>
                  <a:pt x="11817249" y="4187641"/>
                </a:lnTo>
                <a:close/>
                <a:moveTo>
                  <a:pt x="10766437" y="4076816"/>
                </a:moveTo>
                <a:lnTo>
                  <a:pt x="10877262" y="4076816"/>
                </a:lnTo>
                <a:lnTo>
                  <a:pt x="10877262" y="4187641"/>
                </a:lnTo>
                <a:lnTo>
                  <a:pt x="10766437" y="4187641"/>
                </a:lnTo>
                <a:close/>
                <a:moveTo>
                  <a:pt x="9715629" y="4076816"/>
                </a:moveTo>
                <a:lnTo>
                  <a:pt x="9826454" y="4076816"/>
                </a:lnTo>
                <a:lnTo>
                  <a:pt x="9826454" y="4187641"/>
                </a:lnTo>
                <a:lnTo>
                  <a:pt x="9715629" y="4187641"/>
                </a:lnTo>
                <a:close/>
                <a:moveTo>
                  <a:pt x="8664821" y="4076816"/>
                </a:moveTo>
                <a:lnTo>
                  <a:pt x="8775646" y="4076816"/>
                </a:lnTo>
                <a:lnTo>
                  <a:pt x="8775646" y="4187641"/>
                </a:lnTo>
                <a:lnTo>
                  <a:pt x="8664821" y="4187641"/>
                </a:lnTo>
                <a:close/>
                <a:moveTo>
                  <a:pt x="7614013" y="4076816"/>
                </a:moveTo>
                <a:lnTo>
                  <a:pt x="7724838" y="4076816"/>
                </a:lnTo>
                <a:lnTo>
                  <a:pt x="7724838" y="4187641"/>
                </a:lnTo>
                <a:lnTo>
                  <a:pt x="7614013" y="4187641"/>
                </a:lnTo>
                <a:close/>
                <a:moveTo>
                  <a:pt x="6563205" y="4076816"/>
                </a:moveTo>
                <a:lnTo>
                  <a:pt x="6674030" y="4076816"/>
                </a:lnTo>
                <a:lnTo>
                  <a:pt x="6674030" y="4187641"/>
                </a:lnTo>
                <a:lnTo>
                  <a:pt x="6563205" y="4187641"/>
                </a:lnTo>
                <a:close/>
                <a:moveTo>
                  <a:pt x="5512397" y="4076816"/>
                </a:moveTo>
                <a:lnTo>
                  <a:pt x="5623222" y="4076816"/>
                </a:lnTo>
                <a:lnTo>
                  <a:pt x="5623222" y="4187641"/>
                </a:lnTo>
                <a:lnTo>
                  <a:pt x="5512397" y="4187641"/>
                </a:lnTo>
                <a:close/>
                <a:moveTo>
                  <a:pt x="4461589" y="4076816"/>
                </a:moveTo>
                <a:lnTo>
                  <a:pt x="4572414" y="4076816"/>
                </a:lnTo>
                <a:lnTo>
                  <a:pt x="4572414" y="4187641"/>
                </a:lnTo>
                <a:lnTo>
                  <a:pt x="4461589" y="4187641"/>
                </a:lnTo>
                <a:close/>
                <a:moveTo>
                  <a:pt x="3410782" y="4076816"/>
                </a:moveTo>
                <a:lnTo>
                  <a:pt x="3521608" y="4076816"/>
                </a:lnTo>
                <a:lnTo>
                  <a:pt x="3521608" y="4187641"/>
                </a:lnTo>
                <a:lnTo>
                  <a:pt x="3410782" y="4187641"/>
                </a:lnTo>
                <a:close/>
                <a:moveTo>
                  <a:pt x="2359975" y="4076816"/>
                </a:moveTo>
                <a:lnTo>
                  <a:pt x="2470800" y="4076816"/>
                </a:lnTo>
                <a:lnTo>
                  <a:pt x="2470800" y="4187641"/>
                </a:lnTo>
                <a:lnTo>
                  <a:pt x="2359975" y="4187641"/>
                </a:lnTo>
                <a:close/>
                <a:moveTo>
                  <a:pt x="1309167" y="4076816"/>
                </a:moveTo>
                <a:lnTo>
                  <a:pt x="1419992" y="4076816"/>
                </a:lnTo>
                <a:lnTo>
                  <a:pt x="1419992" y="4187641"/>
                </a:lnTo>
                <a:lnTo>
                  <a:pt x="1309167" y="4187641"/>
                </a:lnTo>
                <a:close/>
                <a:moveTo>
                  <a:pt x="258359" y="4076816"/>
                </a:moveTo>
                <a:lnTo>
                  <a:pt x="369184" y="4076816"/>
                </a:lnTo>
                <a:lnTo>
                  <a:pt x="369184" y="4187641"/>
                </a:lnTo>
                <a:lnTo>
                  <a:pt x="258359" y="4187641"/>
                </a:lnTo>
                <a:close/>
                <a:moveTo>
                  <a:pt x="11291841" y="3551209"/>
                </a:moveTo>
                <a:lnTo>
                  <a:pt x="11402666" y="3551209"/>
                </a:lnTo>
                <a:lnTo>
                  <a:pt x="11402666" y="3662034"/>
                </a:lnTo>
                <a:lnTo>
                  <a:pt x="11291841" y="3662034"/>
                </a:lnTo>
                <a:close/>
                <a:moveTo>
                  <a:pt x="10241033" y="3551209"/>
                </a:moveTo>
                <a:lnTo>
                  <a:pt x="10351858" y="3551209"/>
                </a:lnTo>
                <a:lnTo>
                  <a:pt x="10351858" y="3662034"/>
                </a:lnTo>
                <a:lnTo>
                  <a:pt x="10241033" y="3662034"/>
                </a:lnTo>
                <a:close/>
                <a:moveTo>
                  <a:pt x="9190225" y="3551209"/>
                </a:moveTo>
                <a:lnTo>
                  <a:pt x="9301050" y="3551209"/>
                </a:lnTo>
                <a:lnTo>
                  <a:pt x="9301050" y="3662034"/>
                </a:lnTo>
                <a:lnTo>
                  <a:pt x="9190225" y="3662034"/>
                </a:lnTo>
                <a:close/>
                <a:moveTo>
                  <a:pt x="8139417" y="3551209"/>
                </a:moveTo>
                <a:lnTo>
                  <a:pt x="8250242" y="3551209"/>
                </a:lnTo>
                <a:lnTo>
                  <a:pt x="8250242" y="3662034"/>
                </a:lnTo>
                <a:lnTo>
                  <a:pt x="8139417" y="3662034"/>
                </a:lnTo>
                <a:close/>
                <a:moveTo>
                  <a:pt x="7088609" y="3551209"/>
                </a:moveTo>
                <a:lnTo>
                  <a:pt x="7199434" y="3551209"/>
                </a:lnTo>
                <a:lnTo>
                  <a:pt x="7199434" y="3662034"/>
                </a:lnTo>
                <a:lnTo>
                  <a:pt x="7088609" y="3662034"/>
                </a:lnTo>
                <a:close/>
                <a:moveTo>
                  <a:pt x="6037801" y="3551209"/>
                </a:moveTo>
                <a:lnTo>
                  <a:pt x="6148626" y="3551209"/>
                </a:lnTo>
                <a:lnTo>
                  <a:pt x="6148626" y="3662034"/>
                </a:lnTo>
                <a:lnTo>
                  <a:pt x="6037801" y="3662034"/>
                </a:lnTo>
                <a:close/>
                <a:moveTo>
                  <a:pt x="4986998" y="3551209"/>
                </a:moveTo>
                <a:lnTo>
                  <a:pt x="5097826" y="3551209"/>
                </a:lnTo>
                <a:lnTo>
                  <a:pt x="5097826" y="3662034"/>
                </a:lnTo>
                <a:lnTo>
                  <a:pt x="4986998" y="3662034"/>
                </a:lnTo>
                <a:close/>
                <a:moveTo>
                  <a:pt x="3936196" y="3551209"/>
                </a:moveTo>
                <a:lnTo>
                  <a:pt x="4047020" y="3551209"/>
                </a:lnTo>
                <a:lnTo>
                  <a:pt x="4047020" y="3662034"/>
                </a:lnTo>
                <a:lnTo>
                  <a:pt x="3936196" y="3662034"/>
                </a:lnTo>
                <a:close/>
                <a:moveTo>
                  <a:pt x="2885389" y="3551209"/>
                </a:moveTo>
                <a:lnTo>
                  <a:pt x="2996214" y="3551209"/>
                </a:lnTo>
                <a:lnTo>
                  <a:pt x="2996214" y="3662034"/>
                </a:lnTo>
                <a:lnTo>
                  <a:pt x="2885389" y="3662034"/>
                </a:lnTo>
                <a:close/>
                <a:moveTo>
                  <a:pt x="1834579" y="3551209"/>
                </a:moveTo>
                <a:lnTo>
                  <a:pt x="1945404" y="3551209"/>
                </a:lnTo>
                <a:lnTo>
                  <a:pt x="1945404" y="3662034"/>
                </a:lnTo>
                <a:lnTo>
                  <a:pt x="1834579" y="3662034"/>
                </a:lnTo>
                <a:close/>
                <a:moveTo>
                  <a:pt x="783773" y="3551209"/>
                </a:moveTo>
                <a:lnTo>
                  <a:pt x="894598" y="3551209"/>
                </a:lnTo>
                <a:lnTo>
                  <a:pt x="894598" y="3662034"/>
                </a:lnTo>
                <a:lnTo>
                  <a:pt x="783773" y="3662034"/>
                </a:lnTo>
                <a:close/>
                <a:moveTo>
                  <a:pt x="2942310" y="3107960"/>
                </a:moveTo>
                <a:lnTo>
                  <a:pt x="2470811" y="3579460"/>
                </a:lnTo>
                <a:lnTo>
                  <a:pt x="2470811" y="3634896"/>
                </a:lnTo>
                <a:lnTo>
                  <a:pt x="2942311" y="4106397"/>
                </a:lnTo>
                <a:lnTo>
                  <a:pt x="3410794" y="3637915"/>
                </a:lnTo>
                <a:lnTo>
                  <a:pt x="3410794" y="3576442"/>
                </a:lnTo>
                <a:close/>
                <a:moveTo>
                  <a:pt x="840944" y="3107960"/>
                </a:moveTo>
                <a:lnTo>
                  <a:pt x="369194" y="3579710"/>
                </a:lnTo>
                <a:lnTo>
                  <a:pt x="369194" y="3634648"/>
                </a:lnTo>
                <a:lnTo>
                  <a:pt x="840944" y="4106399"/>
                </a:lnTo>
                <a:lnTo>
                  <a:pt x="1309176" y="3638165"/>
                </a:lnTo>
                <a:lnTo>
                  <a:pt x="1309176" y="3576193"/>
                </a:lnTo>
                <a:close/>
                <a:moveTo>
                  <a:pt x="3992986" y="3107959"/>
                </a:moveTo>
                <a:lnTo>
                  <a:pt x="3521621" y="3579335"/>
                </a:lnTo>
                <a:lnTo>
                  <a:pt x="3521621" y="3635021"/>
                </a:lnTo>
                <a:lnTo>
                  <a:pt x="3992986" y="4106398"/>
                </a:lnTo>
                <a:lnTo>
                  <a:pt x="4461593" y="3637778"/>
                </a:lnTo>
                <a:lnTo>
                  <a:pt x="4461593" y="3576578"/>
                </a:lnTo>
                <a:close/>
                <a:moveTo>
                  <a:pt x="1891624" y="3107959"/>
                </a:moveTo>
                <a:lnTo>
                  <a:pt x="1420001" y="3579584"/>
                </a:lnTo>
                <a:lnTo>
                  <a:pt x="1420001" y="3634774"/>
                </a:lnTo>
                <a:lnTo>
                  <a:pt x="1891623" y="4106397"/>
                </a:lnTo>
                <a:lnTo>
                  <a:pt x="2359987" y="3638040"/>
                </a:lnTo>
                <a:lnTo>
                  <a:pt x="2359987" y="3576315"/>
                </a:lnTo>
                <a:close/>
                <a:moveTo>
                  <a:pt x="8195689" y="3107959"/>
                </a:moveTo>
                <a:lnTo>
                  <a:pt x="7724838" y="3578810"/>
                </a:lnTo>
                <a:lnTo>
                  <a:pt x="7724838" y="3635541"/>
                </a:lnTo>
                <a:lnTo>
                  <a:pt x="8195691" y="4106395"/>
                </a:lnTo>
                <a:lnTo>
                  <a:pt x="8664821" y="3637265"/>
                </a:lnTo>
                <a:lnTo>
                  <a:pt x="8664821" y="3577091"/>
                </a:lnTo>
                <a:close/>
                <a:moveTo>
                  <a:pt x="5043664" y="3107959"/>
                </a:moveTo>
                <a:lnTo>
                  <a:pt x="4572419" y="3579197"/>
                </a:lnTo>
                <a:lnTo>
                  <a:pt x="4572419" y="3635159"/>
                </a:lnTo>
                <a:lnTo>
                  <a:pt x="5043662" y="4106396"/>
                </a:lnTo>
                <a:lnTo>
                  <a:pt x="5512402" y="3637650"/>
                </a:lnTo>
                <a:lnTo>
                  <a:pt x="5512402" y="3576704"/>
                </a:lnTo>
                <a:close/>
                <a:moveTo>
                  <a:pt x="6094326" y="3107958"/>
                </a:moveTo>
                <a:lnTo>
                  <a:pt x="5623226" y="3579070"/>
                </a:lnTo>
                <a:lnTo>
                  <a:pt x="5623226" y="3635285"/>
                </a:lnTo>
                <a:lnTo>
                  <a:pt x="6094326" y="4106397"/>
                </a:lnTo>
                <a:lnTo>
                  <a:pt x="6563205" y="3637518"/>
                </a:lnTo>
                <a:lnTo>
                  <a:pt x="6563205" y="3576837"/>
                </a:lnTo>
                <a:close/>
                <a:moveTo>
                  <a:pt x="9246372" y="3107957"/>
                </a:moveTo>
                <a:lnTo>
                  <a:pt x="8775646" y="3578683"/>
                </a:lnTo>
                <a:lnTo>
                  <a:pt x="8775646" y="3635671"/>
                </a:lnTo>
                <a:lnTo>
                  <a:pt x="9246369" y="4106395"/>
                </a:lnTo>
                <a:lnTo>
                  <a:pt x="9715629" y="3637135"/>
                </a:lnTo>
                <a:lnTo>
                  <a:pt x="9715629" y="3577215"/>
                </a:lnTo>
                <a:close/>
                <a:moveTo>
                  <a:pt x="7145009" y="3107957"/>
                </a:moveTo>
                <a:lnTo>
                  <a:pt x="6674030" y="3578936"/>
                </a:lnTo>
                <a:lnTo>
                  <a:pt x="6674030" y="3635418"/>
                </a:lnTo>
                <a:lnTo>
                  <a:pt x="7145007" y="4106396"/>
                </a:lnTo>
                <a:lnTo>
                  <a:pt x="7614013" y="3637390"/>
                </a:lnTo>
                <a:lnTo>
                  <a:pt x="7614013" y="3576961"/>
                </a:lnTo>
                <a:close/>
                <a:moveTo>
                  <a:pt x="11347734" y="3107957"/>
                </a:moveTo>
                <a:lnTo>
                  <a:pt x="10877262" y="3578428"/>
                </a:lnTo>
                <a:lnTo>
                  <a:pt x="10877262" y="3635922"/>
                </a:lnTo>
                <a:lnTo>
                  <a:pt x="11347735" y="4106396"/>
                </a:lnTo>
                <a:lnTo>
                  <a:pt x="11817249" y="3636882"/>
                </a:lnTo>
                <a:lnTo>
                  <a:pt x="11817249" y="3577472"/>
                </a:lnTo>
                <a:close/>
                <a:moveTo>
                  <a:pt x="10297053" y="3107955"/>
                </a:moveTo>
                <a:lnTo>
                  <a:pt x="9826454" y="3578554"/>
                </a:lnTo>
                <a:lnTo>
                  <a:pt x="9826454" y="3635794"/>
                </a:lnTo>
                <a:lnTo>
                  <a:pt x="10297054" y="4106394"/>
                </a:lnTo>
                <a:lnTo>
                  <a:pt x="10766437" y="3637011"/>
                </a:lnTo>
                <a:lnTo>
                  <a:pt x="10766437" y="3577339"/>
                </a:lnTo>
                <a:close/>
                <a:moveTo>
                  <a:pt x="11817249" y="3027334"/>
                </a:moveTo>
                <a:lnTo>
                  <a:pt x="11928074" y="3027334"/>
                </a:lnTo>
                <a:lnTo>
                  <a:pt x="11928074" y="3138159"/>
                </a:lnTo>
                <a:lnTo>
                  <a:pt x="11817249" y="3138159"/>
                </a:lnTo>
                <a:close/>
                <a:moveTo>
                  <a:pt x="10766437" y="3027334"/>
                </a:moveTo>
                <a:lnTo>
                  <a:pt x="10877262" y="3027334"/>
                </a:lnTo>
                <a:lnTo>
                  <a:pt x="10877262" y="3138159"/>
                </a:lnTo>
                <a:lnTo>
                  <a:pt x="10766437" y="3138159"/>
                </a:lnTo>
                <a:close/>
                <a:moveTo>
                  <a:pt x="9715629" y="3027334"/>
                </a:moveTo>
                <a:lnTo>
                  <a:pt x="9826454" y="3027334"/>
                </a:lnTo>
                <a:lnTo>
                  <a:pt x="9826454" y="3138159"/>
                </a:lnTo>
                <a:lnTo>
                  <a:pt x="9715629" y="3138159"/>
                </a:lnTo>
                <a:close/>
                <a:moveTo>
                  <a:pt x="8664821" y="3027334"/>
                </a:moveTo>
                <a:lnTo>
                  <a:pt x="8775646" y="3027334"/>
                </a:lnTo>
                <a:lnTo>
                  <a:pt x="8775646" y="3138159"/>
                </a:lnTo>
                <a:lnTo>
                  <a:pt x="8664821" y="3138159"/>
                </a:lnTo>
                <a:close/>
                <a:moveTo>
                  <a:pt x="7614013" y="3027334"/>
                </a:moveTo>
                <a:lnTo>
                  <a:pt x="7724838" y="3027334"/>
                </a:lnTo>
                <a:lnTo>
                  <a:pt x="7724838" y="3138159"/>
                </a:lnTo>
                <a:lnTo>
                  <a:pt x="7614013" y="3138159"/>
                </a:lnTo>
                <a:close/>
                <a:moveTo>
                  <a:pt x="6563205" y="3027334"/>
                </a:moveTo>
                <a:lnTo>
                  <a:pt x="6674030" y="3027334"/>
                </a:lnTo>
                <a:lnTo>
                  <a:pt x="6674030" y="3138159"/>
                </a:lnTo>
                <a:lnTo>
                  <a:pt x="6563205" y="3138159"/>
                </a:lnTo>
                <a:close/>
                <a:moveTo>
                  <a:pt x="5512400" y="3027334"/>
                </a:moveTo>
                <a:lnTo>
                  <a:pt x="5623225" y="3027334"/>
                </a:lnTo>
                <a:lnTo>
                  <a:pt x="5623225" y="3138159"/>
                </a:lnTo>
                <a:lnTo>
                  <a:pt x="5512400" y="3138159"/>
                </a:lnTo>
                <a:close/>
                <a:moveTo>
                  <a:pt x="4461592" y="3027334"/>
                </a:moveTo>
                <a:lnTo>
                  <a:pt x="4572417" y="3027334"/>
                </a:lnTo>
                <a:lnTo>
                  <a:pt x="4572417" y="3138159"/>
                </a:lnTo>
                <a:lnTo>
                  <a:pt x="4461592" y="3138159"/>
                </a:lnTo>
                <a:close/>
                <a:moveTo>
                  <a:pt x="3410790" y="3027334"/>
                </a:moveTo>
                <a:lnTo>
                  <a:pt x="3521616" y="3027334"/>
                </a:lnTo>
                <a:lnTo>
                  <a:pt x="3521616" y="3138159"/>
                </a:lnTo>
                <a:lnTo>
                  <a:pt x="3410790" y="3138159"/>
                </a:lnTo>
                <a:close/>
                <a:moveTo>
                  <a:pt x="2359982" y="3027334"/>
                </a:moveTo>
                <a:lnTo>
                  <a:pt x="2470807" y="3027334"/>
                </a:lnTo>
                <a:lnTo>
                  <a:pt x="2470807" y="3138159"/>
                </a:lnTo>
                <a:lnTo>
                  <a:pt x="2359982" y="3138159"/>
                </a:lnTo>
                <a:close/>
                <a:moveTo>
                  <a:pt x="1309173" y="3027334"/>
                </a:moveTo>
                <a:lnTo>
                  <a:pt x="1419997" y="3027334"/>
                </a:lnTo>
                <a:lnTo>
                  <a:pt x="1419997" y="3138159"/>
                </a:lnTo>
                <a:lnTo>
                  <a:pt x="1309173" y="3138159"/>
                </a:lnTo>
                <a:close/>
                <a:moveTo>
                  <a:pt x="258365" y="3027334"/>
                </a:moveTo>
                <a:lnTo>
                  <a:pt x="369190" y="3027334"/>
                </a:lnTo>
                <a:lnTo>
                  <a:pt x="369190" y="3138159"/>
                </a:lnTo>
                <a:lnTo>
                  <a:pt x="258365" y="3138159"/>
                </a:lnTo>
                <a:close/>
                <a:moveTo>
                  <a:pt x="10794114" y="2610895"/>
                </a:moveTo>
                <a:lnTo>
                  <a:pt x="10323174" y="3081834"/>
                </a:lnTo>
                <a:lnTo>
                  <a:pt x="10792548" y="3551209"/>
                </a:lnTo>
                <a:lnTo>
                  <a:pt x="10852239" y="3551209"/>
                </a:lnTo>
                <a:lnTo>
                  <a:pt x="11321612" y="3081835"/>
                </a:lnTo>
                <a:lnTo>
                  <a:pt x="10850672" y="2610895"/>
                </a:lnTo>
                <a:close/>
                <a:moveTo>
                  <a:pt x="9743434" y="2610895"/>
                </a:moveTo>
                <a:lnTo>
                  <a:pt x="9272494" y="3081834"/>
                </a:lnTo>
                <a:lnTo>
                  <a:pt x="9741869" y="3551209"/>
                </a:lnTo>
                <a:lnTo>
                  <a:pt x="9801555" y="3551209"/>
                </a:lnTo>
                <a:lnTo>
                  <a:pt x="10270931" y="3081833"/>
                </a:lnTo>
                <a:lnTo>
                  <a:pt x="9799992" y="2610895"/>
                </a:lnTo>
                <a:close/>
                <a:moveTo>
                  <a:pt x="8692754" y="2610895"/>
                </a:moveTo>
                <a:lnTo>
                  <a:pt x="8221811" y="3081837"/>
                </a:lnTo>
                <a:lnTo>
                  <a:pt x="8691183" y="3551209"/>
                </a:lnTo>
                <a:lnTo>
                  <a:pt x="8750876" y="3551209"/>
                </a:lnTo>
                <a:lnTo>
                  <a:pt x="9220250" y="3081835"/>
                </a:lnTo>
                <a:lnTo>
                  <a:pt x="8749310" y="2610895"/>
                </a:lnTo>
                <a:close/>
                <a:moveTo>
                  <a:pt x="7642070" y="2610895"/>
                </a:moveTo>
                <a:lnTo>
                  <a:pt x="7171131" y="3081835"/>
                </a:lnTo>
                <a:lnTo>
                  <a:pt x="7640505" y="3551209"/>
                </a:lnTo>
                <a:lnTo>
                  <a:pt x="7700194" y="3551209"/>
                </a:lnTo>
                <a:lnTo>
                  <a:pt x="8169567" y="3081836"/>
                </a:lnTo>
                <a:lnTo>
                  <a:pt x="7698625" y="2610895"/>
                </a:lnTo>
                <a:close/>
                <a:moveTo>
                  <a:pt x="6591389" y="2610895"/>
                </a:moveTo>
                <a:lnTo>
                  <a:pt x="6120448" y="3081836"/>
                </a:lnTo>
                <a:lnTo>
                  <a:pt x="6589820" y="3551209"/>
                </a:lnTo>
                <a:lnTo>
                  <a:pt x="6649514" y="3551209"/>
                </a:lnTo>
                <a:lnTo>
                  <a:pt x="7118887" y="3081836"/>
                </a:lnTo>
                <a:lnTo>
                  <a:pt x="6647947" y="2610895"/>
                </a:lnTo>
                <a:close/>
                <a:moveTo>
                  <a:pt x="5540722" y="2610895"/>
                </a:moveTo>
                <a:lnTo>
                  <a:pt x="5069790" y="3081837"/>
                </a:lnTo>
                <a:lnTo>
                  <a:pt x="5539152" y="3551209"/>
                </a:lnTo>
                <a:lnTo>
                  <a:pt x="5598843" y="3551209"/>
                </a:lnTo>
                <a:lnTo>
                  <a:pt x="6068204" y="3081836"/>
                </a:lnTo>
                <a:lnTo>
                  <a:pt x="5597274" y="2610895"/>
                </a:lnTo>
                <a:close/>
                <a:moveTo>
                  <a:pt x="4490039" y="2610895"/>
                </a:moveTo>
                <a:lnTo>
                  <a:pt x="4019108" y="3081837"/>
                </a:lnTo>
                <a:lnTo>
                  <a:pt x="4488467" y="3551209"/>
                </a:lnTo>
                <a:lnTo>
                  <a:pt x="4548162" y="3551209"/>
                </a:lnTo>
                <a:lnTo>
                  <a:pt x="5017539" y="3081837"/>
                </a:lnTo>
                <a:lnTo>
                  <a:pt x="4546591" y="2610895"/>
                </a:lnTo>
                <a:close/>
                <a:moveTo>
                  <a:pt x="3439377" y="2610895"/>
                </a:moveTo>
                <a:lnTo>
                  <a:pt x="2968431" y="3081838"/>
                </a:lnTo>
                <a:lnTo>
                  <a:pt x="3437805" y="3551209"/>
                </a:lnTo>
                <a:lnTo>
                  <a:pt x="3497502" y="3551209"/>
                </a:lnTo>
                <a:lnTo>
                  <a:pt x="3966864" y="3081837"/>
                </a:lnTo>
                <a:lnTo>
                  <a:pt x="3495931" y="2610895"/>
                </a:lnTo>
                <a:close/>
                <a:moveTo>
                  <a:pt x="2388695" y="2610895"/>
                </a:moveTo>
                <a:lnTo>
                  <a:pt x="1917746" y="3081837"/>
                </a:lnTo>
                <a:lnTo>
                  <a:pt x="2387125" y="3551209"/>
                </a:lnTo>
                <a:lnTo>
                  <a:pt x="2446819" y="3551209"/>
                </a:lnTo>
                <a:lnTo>
                  <a:pt x="2916188" y="3081838"/>
                </a:lnTo>
                <a:lnTo>
                  <a:pt x="2445246" y="2610895"/>
                </a:lnTo>
                <a:close/>
                <a:moveTo>
                  <a:pt x="1338007" y="2610895"/>
                </a:moveTo>
                <a:lnTo>
                  <a:pt x="867066" y="3081838"/>
                </a:lnTo>
                <a:lnTo>
                  <a:pt x="1336436" y="3551209"/>
                </a:lnTo>
                <a:lnTo>
                  <a:pt x="1396132" y="3551209"/>
                </a:lnTo>
                <a:lnTo>
                  <a:pt x="1865502" y="3081837"/>
                </a:lnTo>
                <a:lnTo>
                  <a:pt x="1394561" y="2610895"/>
                </a:lnTo>
                <a:close/>
                <a:moveTo>
                  <a:pt x="11291841" y="2500070"/>
                </a:moveTo>
                <a:lnTo>
                  <a:pt x="11402666" y="2500070"/>
                </a:lnTo>
                <a:lnTo>
                  <a:pt x="11402666" y="2610895"/>
                </a:lnTo>
                <a:lnTo>
                  <a:pt x="11291841" y="2610895"/>
                </a:lnTo>
                <a:close/>
                <a:moveTo>
                  <a:pt x="10241033" y="2500070"/>
                </a:moveTo>
                <a:lnTo>
                  <a:pt x="10351858" y="2500070"/>
                </a:lnTo>
                <a:lnTo>
                  <a:pt x="10351858" y="2610895"/>
                </a:lnTo>
                <a:lnTo>
                  <a:pt x="10241033" y="2610895"/>
                </a:lnTo>
                <a:close/>
                <a:moveTo>
                  <a:pt x="9190225" y="2500070"/>
                </a:moveTo>
                <a:lnTo>
                  <a:pt x="9301050" y="2500070"/>
                </a:lnTo>
                <a:lnTo>
                  <a:pt x="9301050" y="2610895"/>
                </a:lnTo>
                <a:lnTo>
                  <a:pt x="9190225" y="2610895"/>
                </a:lnTo>
                <a:close/>
                <a:moveTo>
                  <a:pt x="8139417" y="2500070"/>
                </a:moveTo>
                <a:lnTo>
                  <a:pt x="8250242" y="2500070"/>
                </a:lnTo>
                <a:lnTo>
                  <a:pt x="8250242" y="2610895"/>
                </a:lnTo>
                <a:lnTo>
                  <a:pt x="8139417" y="2610895"/>
                </a:lnTo>
                <a:close/>
                <a:moveTo>
                  <a:pt x="7088609" y="2500070"/>
                </a:moveTo>
                <a:lnTo>
                  <a:pt x="7199434" y="2500070"/>
                </a:lnTo>
                <a:lnTo>
                  <a:pt x="7199434" y="2610895"/>
                </a:lnTo>
                <a:lnTo>
                  <a:pt x="7088609" y="2610895"/>
                </a:lnTo>
                <a:close/>
                <a:moveTo>
                  <a:pt x="6037801" y="2500070"/>
                </a:moveTo>
                <a:lnTo>
                  <a:pt x="6148626" y="2500070"/>
                </a:lnTo>
                <a:lnTo>
                  <a:pt x="6148626" y="2610895"/>
                </a:lnTo>
                <a:lnTo>
                  <a:pt x="6037801" y="2610895"/>
                </a:lnTo>
                <a:close/>
                <a:moveTo>
                  <a:pt x="4987000" y="2500070"/>
                </a:moveTo>
                <a:lnTo>
                  <a:pt x="5097829" y="2500070"/>
                </a:lnTo>
                <a:lnTo>
                  <a:pt x="5097829" y="2610895"/>
                </a:lnTo>
                <a:lnTo>
                  <a:pt x="4987000" y="2610895"/>
                </a:lnTo>
                <a:close/>
                <a:moveTo>
                  <a:pt x="3936200" y="2500070"/>
                </a:moveTo>
                <a:lnTo>
                  <a:pt x="4047024" y="2500070"/>
                </a:lnTo>
                <a:lnTo>
                  <a:pt x="4047024" y="2610895"/>
                </a:lnTo>
                <a:lnTo>
                  <a:pt x="3936200" y="2610895"/>
                </a:lnTo>
                <a:close/>
                <a:moveTo>
                  <a:pt x="2885393" y="2500070"/>
                </a:moveTo>
                <a:lnTo>
                  <a:pt x="2996218" y="2500070"/>
                </a:lnTo>
                <a:lnTo>
                  <a:pt x="2996218" y="2610895"/>
                </a:lnTo>
                <a:lnTo>
                  <a:pt x="2885393" y="2610895"/>
                </a:lnTo>
                <a:close/>
                <a:moveTo>
                  <a:pt x="1834583" y="2500070"/>
                </a:moveTo>
                <a:lnTo>
                  <a:pt x="1945408" y="2500070"/>
                </a:lnTo>
                <a:lnTo>
                  <a:pt x="1945408" y="2610895"/>
                </a:lnTo>
                <a:lnTo>
                  <a:pt x="1834583" y="2610895"/>
                </a:lnTo>
                <a:close/>
                <a:moveTo>
                  <a:pt x="783777" y="2500070"/>
                </a:moveTo>
                <a:lnTo>
                  <a:pt x="894602" y="2500070"/>
                </a:lnTo>
                <a:lnTo>
                  <a:pt x="894602" y="2610895"/>
                </a:lnTo>
                <a:lnTo>
                  <a:pt x="783777" y="2610895"/>
                </a:lnTo>
                <a:close/>
                <a:moveTo>
                  <a:pt x="1891623" y="2057291"/>
                </a:moveTo>
                <a:lnTo>
                  <a:pt x="1420005" y="2528898"/>
                </a:lnTo>
                <a:lnTo>
                  <a:pt x="1420005" y="2584095"/>
                </a:lnTo>
                <a:lnTo>
                  <a:pt x="1891624" y="3055715"/>
                </a:lnTo>
                <a:lnTo>
                  <a:pt x="2359991" y="2587356"/>
                </a:lnTo>
                <a:lnTo>
                  <a:pt x="2359991" y="2525640"/>
                </a:lnTo>
                <a:close/>
                <a:moveTo>
                  <a:pt x="2942310" y="2057291"/>
                </a:moveTo>
                <a:lnTo>
                  <a:pt x="2470816" y="2528774"/>
                </a:lnTo>
                <a:lnTo>
                  <a:pt x="2470816" y="2584221"/>
                </a:lnTo>
                <a:lnTo>
                  <a:pt x="2942310" y="3055716"/>
                </a:lnTo>
                <a:lnTo>
                  <a:pt x="3410799" y="2587229"/>
                </a:lnTo>
                <a:lnTo>
                  <a:pt x="3410799" y="2525765"/>
                </a:lnTo>
                <a:close/>
                <a:moveTo>
                  <a:pt x="3992986" y="2057290"/>
                </a:moveTo>
                <a:lnTo>
                  <a:pt x="3521627" y="2528649"/>
                </a:lnTo>
                <a:lnTo>
                  <a:pt x="3521627" y="2584345"/>
                </a:lnTo>
                <a:lnTo>
                  <a:pt x="3992986" y="3055715"/>
                </a:lnTo>
                <a:lnTo>
                  <a:pt x="4461596" y="2587094"/>
                </a:lnTo>
                <a:lnTo>
                  <a:pt x="4461596" y="2525899"/>
                </a:lnTo>
                <a:close/>
                <a:moveTo>
                  <a:pt x="840944" y="2057289"/>
                </a:moveTo>
                <a:lnTo>
                  <a:pt x="369198" y="2529024"/>
                </a:lnTo>
                <a:lnTo>
                  <a:pt x="369198" y="2583969"/>
                </a:lnTo>
                <a:lnTo>
                  <a:pt x="840944" y="3055716"/>
                </a:lnTo>
                <a:lnTo>
                  <a:pt x="1309180" y="2587479"/>
                </a:lnTo>
                <a:lnTo>
                  <a:pt x="1309180" y="2525514"/>
                </a:lnTo>
                <a:close/>
                <a:moveTo>
                  <a:pt x="7145007" y="2057289"/>
                </a:moveTo>
                <a:lnTo>
                  <a:pt x="6674030" y="2528255"/>
                </a:lnTo>
                <a:lnTo>
                  <a:pt x="6674030" y="2584733"/>
                </a:lnTo>
                <a:lnTo>
                  <a:pt x="7145010" y="3055713"/>
                </a:lnTo>
                <a:lnTo>
                  <a:pt x="7614013" y="2586710"/>
                </a:lnTo>
                <a:lnTo>
                  <a:pt x="7614013" y="2526283"/>
                </a:lnTo>
                <a:close/>
                <a:moveTo>
                  <a:pt x="5043664" y="2057289"/>
                </a:moveTo>
                <a:lnTo>
                  <a:pt x="4572421" y="2528513"/>
                </a:lnTo>
                <a:lnTo>
                  <a:pt x="4572421" y="2584480"/>
                </a:lnTo>
                <a:lnTo>
                  <a:pt x="5043664" y="3055715"/>
                </a:lnTo>
                <a:lnTo>
                  <a:pt x="5512404" y="2586968"/>
                </a:lnTo>
                <a:lnTo>
                  <a:pt x="5512404" y="2526024"/>
                </a:lnTo>
                <a:close/>
                <a:moveTo>
                  <a:pt x="10297053" y="2057288"/>
                </a:moveTo>
                <a:lnTo>
                  <a:pt x="9826454" y="2527875"/>
                </a:lnTo>
                <a:lnTo>
                  <a:pt x="9826454" y="2585115"/>
                </a:lnTo>
                <a:lnTo>
                  <a:pt x="10297052" y="3055713"/>
                </a:lnTo>
                <a:lnTo>
                  <a:pt x="10766437" y="2586328"/>
                </a:lnTo>
                <a:lnTo>
                  <a:pt x="10766437" y="2526660"/>
                </a:lnTo>
                <a:close/>
                <a:moveTo>
                  <a:pt x="9246373" y="2057288"/>
                </a:moveTo>
                <a:lnTo>
                  <a:pt x="8775646" y="2528002"/>
                </a:lnTo>
                <a:lnTo>
                  <a:pt x="8775646" y="2584986"/>
                </a:lnTo>
                <a:lnTo>
                  <a:pt x="9246373" y="3055713"/>
                </a:lnTo>
                <a:lnTo>
                  <a:pt x="9715629" y="2586457"/>
                </a:lnTo>
                <a:lnTo>
                  <a:pt x="9715629" y="2526532"/>
                </a:lnTo>
                <a:close/>
                <a:moveTo>
                  <a:pt x="8195690" y="2057288"/>
                </a:moveTo>
                <a:lnTo>
                  <a:pt x="7724838" y="2528128"/>
                </a:lnTo>
                <a:lnTo>
                  <a:pt x="7724838" y="2584864"/>
                </a:lnTo>
                <a:lnTo>
                  <a:pt x="8195689" y="3055714"/>
                </a:lnTo>
                <a:lnTo>
                  <a:pt x="8664821" y="2586582"/>
                </a:lnTo>
                <a:lnTo>
                  <a:pt x="8664821" y="2526406"/>
                </a:lnTo>
                <a:close/>
                <a:moveTo>
                  <a:pt x="6094328" y="2057287"/>
                </a:moveTo>
                <a:lnTo>
                  <a:pt x="5623228" y="2528386"/>
                </a:lnTo>
                <a:lnTo>
                  <a:pt x="5623228" y="2584606"/>
                </a:lnTo>
                <a:lnTo>
                  <a:pt x="6094325" y="3055714"/>
                </a:lnTo>
                <a:lnTo>
                  <a:pt x="6563205" y="2586835"/>
                </a:lnTo>
                <a:lnTo>
                  <a:pt x="6563205" y="2526153"/>
                </a:lnTo>
                <a:close/>
                <a:moveTo>
                  <a:pt x="11347736" y="2057286"/>
                </a:moveTo>
                <a:lnTo>
                  <a:pt x="10877262" y="2527747"/>
                </a:lnTo>
                <a:lnTo>
                  <a:pt x="10877262" y="2585241"/>
                </a:lnTo>
                <a:lnTo>
                  <a:pt x="11347734" y="3055713"/>
                </a:lnTo>
                <a:lnTo>
                  <a:pt x="11817249" y="2586199"/>
                </a:lnTo>
                <a:lnTo>
                  <a:pt x="11817249" y="2526787"/>
                </a:lnTo>
                <a:close/>
                <a:moveTo>
                  <a:pt x="258363" y="1973449"/>
                </a:moveTo>
                <a:lnTo>
                  <a:pt x="369188" y="1973449"/>
                </a:lnTo>
                <a:lnTo>
                  <a:pt x="369188" y="2084274"/>
                </a:lnTo>
                <a:lnTo>
                  <a:pt x="258363" y="2084274"/>
                </a:lnTo>
                <a:close/>
                <a:moveTo>
                  <a:pt x="2359980" y="1973449"/>
                </a:moveTo>
                <a:lnTo>
                  <a:pt x="2470805" y="1973449"/>
                </a:lnTo>
                <a:lnTo>
                  <a:pt x="2470805" y="2084274"/>
                </a:lnTo>
                <a:lnTo>
                  <a:pt x="2359980" y="2084274"/>
                </a:lnTo>
                <a:close/>
                <a:moveTo>
                  <a:pt x="1309171" y="1973449"/>
                </a:moveTo>
                <a:lnTo>
                  <a:pt x="1419995" y="1973449"/>
                </a:lnTo>
                <a:lnTo>
                  <a:pt x="1419995" y="2084274"/>
                </a:lnTo>
                <a:lnTo>
                  <a:pt x="1309171" y="2084274"/>
                </a:lnTo>
                <a:close/>
                <a:moveTo>
                  <a:pt x="4461591" y="1973448"/>
                </a:moveTo>
                <a:lnTo>
                  <a:pt x="4572416" y="1973448"/>
                </a:lnTo>
                <a:lnTo>
                  <a:pt x="4572416" y="2084273"/>
                </a:lnTo>
                <a:lnTo>
                  <a:pt x="4461591" y="2084273"/>
                </a:lnTo>
                <a:close/>
                <a:moveTo>
                  <a:pt x="3410788" y="1973448"/>
                </a:moveTo>
                <a:lnTo>
                  <a:pt x="3521614" y="1973448"/>
                </a:lnTo>
                <a:lnTo>
                  <a:pt x="3521614" y="2084273"/>
                </a:lnTo>
                <a:lnTo>
                  <a:pt x="3410788" y="2084273"/>
                </a:lnTo>
                <a:close/>
                <a:moveTo>
                  <a:pt x="6563205" y="1973448"/>
                </a:moveTo>
                <a:lnTo>
                  <a:pt x="6674030" y="1973448"/>
                </a:lnTo>
                <a:lnTo>
                  <a:pt x="6674030" y="2084273"/>
                </a:lnTo>
                <a:lnTo>
                  <a:pt x="6563205" y="2084273"/>
                </a:lnTo>
                <a:close/>
                <a:moveTo>
                  <a:pt x="5512399" y="1973448"/>
                </a:moveTo>
                <a:lnTo>
                  <a:pt x="5623224" y="1973448"/>
                </a:lnTo>
                <a:lnTo>
                  <a:pt x="5623224" y="2084273"/>
                </a:lnTo>
                <a:lnTo>
                  <a:pt x="5512399" y="2084273"/>
                </a:lnTo>
                <a:close/>
                <a:moveTo>
                  <a:pt x="7614013" y="1973448"/>
                </a:moveTo>
                <a:lnTo>
                  <a:pt x="7724838" y="1973448"/>
                </a:lnTo>
                <a:lnTo>
                  <a:pt x="7724838" y="2084273"/>
                </a:lnTo>
                <a:lnTo>
                  <a:pt x="7614013" y="2084273"/>
                </a:lnTo>
                <a:close/>
                <a:moveTo>
                  <a:pt x="9715629" y="1973448"/>
                </a:moveTo>
                <a:lnTo>
                  <a:pt x="9826454" y="1973448"/>
                </a:lnTo>
                <a:lnTo>
                  <a:pt x="9826454" y="2084273"/>
                </a:lnTo>
                <a:lnTo>
                  <a:pt x="9715629" y="2084273"/>
                </a:lnTo>
                <a:close/>
                <a:moveTo>
                  <a:pt x="8664821" y="1973448"/>
                </a:moveTo>
                <a:lnTo>
                  <a:pt x="8775646" y="1973448"/>
                </a:lnTo>
                <a:lnTo>
                  <a:pt x="8775646" y="2084273"/>
                </a:lnTo>
                <a:lnTo>
                  <a:pt x="8664821" y="2084273"/>
                </a:lnTo>
                <a:close/>
                <a:moveTo>
                  <a:pt x="11817249" y="1973448"/>
                </a:moveTo>
                <a:lnTo>
                  <a:pt x="11928074" y="1973448"/>
                </a:lnTo>
                <a:lnTo>
                  <a:pt x="11928074" y="2084273"/>
                </a:lnTo>
                <a:lnTo>
                  <a:pt x="11817249" y="2084273"/>
                </a:lnTo>
                <a:close/>
                <a:moveTo>
                  <a:pt x="10766437" y="1973448"/>
                </a:moveTo>
                <a:lnTo>
                  <a:pt x="10877262" y="1973448"/>
                </a:lnTo>
                <a:lnTo>
                  <a:pt x="10877262" y="2084273"/>
                </a:lnTo>
                <a:lnTo>
                  <a:pt x="10766437" y="2084273"/>
                </a:lnTo>
                <a:close/>
                <a:moveTo>
                  <a:pt x="3441643" y="1557959"/>
                </a:moveTo>
                <a:lnTo>
                  <a:pt x="2968431" y="2031169"/>
                </a:lnTo>
                <a:lnTo>
                  <a:pt x="3437348" y="2500070"/>
                </a:lnTo>
                <a:lnTo>
                  <a:pt x="3497959" y="2500070"/>
                </a:lnTo>
                <a:lnTo>
                  <a:pt x="3966865" y="2031168"/>
                </a:lnTo>
                <a:lnTo>
                  <a:pt x="3493665" y="1557959"/>
                </a:lnTo>
                <a:close/>
                <a:moveTo>
                  <a:pt x="2390961" y="1557959"/>
                </a:moveTo>
                <a:lnTo>
                  <a:pt x="1917745" y="2031169"/>
                </a:lnTo>
                <a:lnTo>
                  <a:pt x="2386665" y="2500070"/>
                </a:lnTo>
                <a:lnTo>
                  <a:pt x="2447277" y="2500070"/>
                </a:lnTo>
                <a:lnTo>
                  <a:pt x="2916189" y="2031169"/>
                </a:lnTo>
                <a:lnTo>
                  <a:pt x="2442980" y="1557959"/>
                </a:lnTo>
                <a:close/>
                <a:moveTo>
                  <a:pt x="1340273" y="1557959"/>
                </a:moveTo>
                <a:lnTo>
                  <a:pt x="867066" y="2031167"/>
                </a:lnTo>
                <a:lnTo>
                  <a:pt x="1335980" y="2500070"/>
                </a:lnTo>
                <a:lnTo>
                  <a:pt x="1396589" y="2500070"/>
                </a:lnTo>
                <a:lnTo>
                  <a:pt x="1865501" y="2031169"/>
                </a:lnTo>
                <a:lnTo>
                  <a:pt x="1392293" y="1557959"/>
                </a:lnTo>
                <a:close/>
                <a:moveTo>
                  <a:pt x="5542986" y="1557958"/>
                </a:moveTo>
                <a:lnTo>
                  <a:pt x="5069790" y="2031167"/>
                </a:lnTo>
                <a:lnTo>
                  <a:pt x="5538694" y="2500070"/>
                </a:lnTo>
                <a:lnTo>
                  <a:pt x="5599302" y="2500070"/>
                </a:lnTo>
                <a:lnTo>
                  <a:pt x="6068206" y="2031166"/>
                </a:lnTo>
                <a:lnTo>
                  <a:pt x="5595011" y="1557958"/>
                </a:lnTo>
                <a:close/>
                <a:moveTo>
                  <a:pt x="4492305" y="1557958"/>
                </a:moveTo>
                <a:lnTo>
                  <a:pt x="4019109" y="2031168"/>
                </a:lnTo>
                <a:lnTo>
                  <a:pt x="4488010" y="2500070"/>
                </a:lnTo>
                <a:lnTo>
                  <a:pt x="4548620" y="2500070"/>
                </a:lnTo>
                <a:lnTo>
                  <a:pt x="5017539" y="2031167"/>
                </a:lnTo>
                <a:lnTo>
                  <a:pt x="4544326" y="1557958"/>
                </a:lnTo>
                <a:close/>
                <a:moveTo>
                  <a:pt x="7644337" y="1557958"/>
                </a:moveTo>
                <a:lnTo>
                  <a:pt x="7171129" y="2031167"/>
                </a:lnTo>
                <a:lnTo>
                  <a:pt x="7640044" y="2500070"/>
                </a:lnTo>
                <a:lnTo>
                  <a:pt x="7700653" y="2500070"/>
                </a:lnTo>
                <a:lnTo>
                  <a:pt x="8169569" y="2031167"/>
                </a:lnTo>
                <a:lnTo>
                  <a:pt x="7696361" y="1557958"/>
                </a:lnTo>
                <a:close/>
                <a:moveTo>
                  <a:pt x="6593656" y="1557958"/>
                </a:moveTo>
                <a:lnTo>
                  <a:pt x="6120450" y="2031165"/>
                </a:lnTo>
                <a:lnTo>
                  <a:pt x="6589366" y="2500070"/>
                </a:lnTo>
                <a:lnTo>
                  <a:pt x="6649970" y="2500070"/>
                </a:lnTo>
                <a:lnTo>
                  <a:pt x="7118885" y="2031167"/>
                </a:lnTo>
                <a:lnTo>
                  <a:pt x="6645676" y="1557958"/>
                </a:lnTo>
                <a:close/>
                <a:moveTo>
                  <a:pt x="9745703" y="1557958"/>
                </a:moveTo>
                <a:lnTo>
                  <a:pt x="9272494" y="2031167"/>
                </a:lnTo>
                <a:lnTo>
                  <a:pt x="9741408" y="2500070"/>
                </a:lnTo>
                <a:lnTo>
                  <a:pt x="9802016" y="2500070"/>
                </a:lnTo>
                <a:lnTo>
                  <a:pt x="10270931" y="2031167"/>
                </a:lnTo>
                <a:lnTo>
                  <a:pt x="9797723" y="1557958"/>
                </a:lnTo>
                <a:close/>
                <a:moveTo>
                  <a:pt x="8695019" y="1557958"/>
                </a:moveTo>
                <a:lnTo>
                  <a:pt x="8221812" y="2031166"/>
                </a:lnTo>
                <a:lnTo>
                  <a:pt x="8690730" y="2500070"/>
                </a:lnTo>
                <a:lnTo>
                  <a:pt x="8751334" y="2500070"/>
                </a:lnTo>
                <a:lnTo>
                  <a:pt x="9220250" y="2031166"/>
                </a:lnTo>
                <a:lnTo>
                  <a:pt x="8747043" y="1557958"/>
                </a:lnTo>
                <a:close/>
                <a:moveTo>
                  <a:pt x="10796383" y="1557958"/>
                </a:moveTo>
                <a:lnTo>
                  <a:pt x="10323175" y="2031166"/>
                </a:lnTo>
                <a:lnTo>
                  <a:pt x="10792091" y="2500070"/>
                </a:lnTo>
                <a:lnTo>
                  <a:pt x="10852696" y="2500070"/>
                </a:lnTo>
                <a:lnTo>
                  <a:pt x="11321614" y="2031164"/>
                </a:lnTo>
                <a:lnTo>
                  <a:pt x="10848409" y="1557958"/>
                </a:lnTo>
                <a:close/>
                <a:moveTo>
                  <a:pt x="783781" y="1447135"/>
                </a:moveTo>
                <a:lnTo>
                  <a:pt x="894606" y="1447135"/>
                </a:lnTo>
                <a:lnTo>
                  <a:pt x="894606" y="1557959"/>
                </a:lnTo>
                <a:lnTo>
                  <a:pt x="783781" y="1557959"/>
                </a:lnTo>
                <a:close/>
                <a:moveTo>
                  <a:pt x="1834586" y="1447134"/>
                </a:moveTo>
                <a:lnTo>
                  <a:pt x="1945411" y="1447134"/>
                </a:lnTo>
                <a:lnTo>
                  <a:pt x="1945411" y="1557959"/>
                </a:lnTo>
                <a:lnTo>
                  <a:pt x="1834586" y="1557959"/>
                </a:lnTo>
                <a:close/>
                <a:moveTo>
                  <a:pt x="4987002" y="1447134"/>
                </a:moveTo>
                <a:lnTo>
                  <a:pt x="5097832" y="1447134"/>
                </a:lnTo>
                <a:lnTo>
                  <a:pt x="5097832" y="1557958"/>
                </a:lnTo>
                <a:lnTo>
                  <a:pt x="4987002" y="1557958"/>
                </a:lnTo>
                <a:close/>
                <a:moveTo>
                  <a:pt x="3936204" y="1447134"/>
                </a:moveTo>
                <a:lnTo>
                  <a:pt x="4047028" y="1447134"/>
                </a:lnTo>
                <a:lnTo>
                  <a:pt x="4047028" y="1557959"/>
                </a:lnTo>
                <a:lnTo>
                  <a:pt x="3936204" y="1557959"/>
                </a:lnTo>
                <a:close/>
                <a:moveTo>
                  <a:pt x="2885398" y="1447134"/>
                </a:moveTo>
                <a:lnTo>
                  <a:pt x="2996224" y="1447134"/>
                </a:lnTo>
                <a:lnTo>
                  <a:pt x="2996224" y="1557959"/>
                </a:lnTo>
                <a:lnTo>
                  <a:pt x="2885398" y="1557959"/>
                </a:lnTo>
                <a:close/>
                <a:moveTo>
                  <a:pt x="6037801" y="1447133"/>
                </a:moveTo>
                <a:lnTo>
                  <a:pt x="6148626" y="1447133"/>
                </a:lnTo>
                <a:lnTo>
                  <a:pt x="6148626" y="1557958"/>
                </a:lnTo>
                <a:lnTo>
                  <a:pt x="6037801" y="1557958"/>
                </a:lnTo>
                <a:close/>
                <a:moveTo>
                  <a:pt x="9190225" y="1447133"/>
                </a:moveTo>
                <a:lnTo>
                  <a:pt x="9301050" y="1447133"/>
                </a:lnTo>
                <a:lnTo>
                  <a:pt x="9301050" y="1557958"/>
                </a:lnTo>
                <a:lnTo>
                  <a:pt x="9190225" y="1557958"/>
                </a:lnTo>
                <a:close/>
                <a:moveTo>
                  <a:pt x="8139417" y="1447133"/>
                </a:moveTo>
                <a:lnTo>
                  <a:pt x="8250242" y="1447133"/>
                </a:lnTo>
                <a:lnTo>
                  <a:pt x="8250242" y="1557958"/>
                </a:lnTo>
                <a:lnTo>
                  <a:pt x="8139417" y="1557958"/>
                </a:lnTo>
                <a:close/>
                <a:moveTo>
                  <a:pt x="7088609" y="1447133"/>
                </a:moveTo>
                <a:lnTo>
                  <a:pt x="7199434" y="1447133"/>
                </a:lnTo>
                <a:lnTo>
                  <a:pt x="7199434" y="1557958"/>
                </a:lnTo>
                <a:lnTo>
                  <a:pt x="7088609" y="1557958"/>
                </a:lnTo>
                <a:close/>
                <a:moveTo>
                  <a:pt x="10241033" y="1447133"/>
                </a:moveTo>
                <a:lnTo>
                  <a:pt x="10351858" y="1447133"/>
                </a:lnTo>
                <a:lnTo>
                  <a:pt x="10351858" y="1557957"/>
                </a:lnTo>
                <a:lnTo>
                  <a:pt x="10241033" y="1557957"/>
                </a:lnTo>
                <a:close/>
                <a:moveTo>
                  <a:pt x="11291841" y="1447133"/>
                </a:moveTo>
                <a:lnTo>
                  <a:pt x="11402666" y="1447133"/>
                </a:lnTo>
                <a:lnTo>
                  <a:pt x="11402666" y="1557957"/>
                </a:lnTo>
                <a:lnTo>
                  <a:pt x="11291841" y="1557957"/>
                </a:lnTo>
                <a:close/>
                <a:moveTo>
                  <a:pt x="2942310" y="1006607"/>
                </a:moveTo>
                <a:lnTo>
                  <a:pt x="2470820" y="1478100"/>
                </a:lnTo>
                <a:lnTo>
                  <a:pt x="2470820" y="1533556"/>
                </a:lnTo>
                <a:lnTo>
                  <a:pt x="2942310" y="2005047"/>
                </a:lnTo>
                <a:lnTo>
                  <a:pt x="3410804" y="1536556"/>
                </a:lnTo>
                <a:lnTo>
                  <a:pt x="3410804" y="1475099"/>
                </a:lnTo>
                <a:close/>
                <a:moveTo>
                  <a:pt x="1891623" y="1006607"/>
                </a:moveTo>
                <a:lnTo>
                  <a:pt x="1420008" y="1478224"/>
                </a:lnTo>
                <a:lnTo>
                  <a:pt x="1420008" y="1533431"/>
                </a:lnTo>
                <a:lnTo>
                  <a:pt x="1891623" y="2005047"/>
                </a:lnTo>
                <a:lnTo>
                  <a:pt x="2359996" y="1536681"/>
                </a:lnTo>
                <a:lnTo>
                  <a:pt x="2359996" y="1474975"/>
                </a:lnTo>
                <a:close/>
                <a:moveTo>
                  <a:pt x="840943" y="1006607"/>
                </a:moveTo>
                <a:lnTo>
                  <a:pt x="369202" y="1478351"/>
                </a:lnTo>
                <a:lnTo>
                  <a:pt x="369202" y="1533303"/>
                </a:lnTo>
                <a:lnTo>
                  <a:pt x="840944" y="2005046"/>
                </a:lnTo>
                <a:lnTo>
                  <a:pt x="1309184" y="1536806"/>
                </a:lnTo>
                <a:lnTo>
                  <a:pt x="1309184" y="1474850"/>
                </a:lnTo>
                <a:close/>
                <a:moveTo>
                  <a:pt x="3992987" y="1006606"/>
                </a:moveTo>
                <a:lnTo>
                  <a:pt x="3521631" y="1477974"/>
                </a:lnTo>
                <a:lnTo>
                  <a:pt x="3521631" y="1533680"/>
                </a:lnTo>
                <a:lnTo>
                  <a:pt x="3992986" y="2005046"/>
                </a:lnTo>
                <a:lnTo>
                  <a:pt x="4461598" y="1536423"/>
                </a:lnTo>
                <a:lnTo>
                  <a:pt x="4461598" y="1475230"/>
                </a:lnTo>
                <a:close/>
                <a:moveTo>
                  <a:pt x="6094326" y="1006605"/>
                </a:moveTo>
                <a:lnTo>
                  <a:pt x="5623230" y="1477714"/>
                </a:lnTo>
                <a:lnTo>
                  <a:pt x="5623230" y="1533934"/>
                </a:lnTo>
                <a:lnTo>
                  <a:pt x="6094328" y="2005044"/>
                </a:lnTo>
                <a:lnTo>
                  <a:pt x="6563205" y="1536166"/>
                </a:lnTo>
                <a:lnTo>
                  <a:pt x="6563205" y="1475487"/>
                </a:lnTo>
                <a:close/>
                <a:moveTo>
                  <a:pt x="9246371" y="1006604"/>
                </a:moveTo>
                <a:lnTo>
                  <a:pt x="8775646" y="1477332"/>
                </a:lnTo>
                <a:lnTo>
                  <a:pt x="8775646" y="1534319"/>
                </a:lnTo>
                <a:lnTo>
                  <a:pt x="9246371" y="2005045"/>
                </a:lnTo>
                <a:lnTo>
                  <a:pt x="9715629" y="1535786"/>
                </a:lnTo>
                <a:lnTo>
                  <a:pt x="9715629" y="1475864"/>
                </a:lnTo>
                <a:close/>
                <a:moveTo>
                  <a:pt x="5043669" y="1006604"/>
                </a:moveTo>
                <a:lnTo>
                  <a:pt x="4572422" y="1477843"/>
                </a:lnTo>
                <a:lnTo>
                  <a:pt x="4572422" y="1533811"/>
                </a:lnTo>
                <a:lnTo>
                  <a:pt x="5043664" y="2005045"/>
                </a:lnTo>
                <a:lnTo>
                  <a:pt x="5512407" y="1536296"/>
                </a:lnTo>
                <a:lnTo>
                  <a:pt x="5512407" y="1475351"/>
                </a:lnTo>
                <a:close/>
                <a:moveTo>
                  <a:pt x="11347735" y="1006604"/>
                </a:moveTo>
                <a:lnTo>
                  <a:pt x="10877262" y="1477079"/>
                </a:lnTo>
                <a:lnTo>
                  <a:pt x="10877262" y="1534567"/>
                </a:lnTo>
                <a:lnTo>
                  <a:pt x="11347736" y="2005041"/>
                </a:lnTo>
                <a:lnTo>
                  <a:pt x="11817249" y="1535528"/>
                </a:lnTo>
                <a:lnTo>
                  <a:pt x="11817249" y="1476120"/>
                </a:lnTo>
                <a:close/>
                <a:moveTo>
                  <a:pt x="8195690" y="1006604"/>
                </a:moveTo>
                <a:lnTo>
                  <a:pt x="7724838" y="1477458"/>
                </a:lnTo>
                <a:lnTo>
                  <a:pt x="7724838" y="1534191"/>
                </a:lnTo>
                <a:lnTo>
                  <a:pt x="8195691" y="2005044"/>
                </a:lnTo>
                <a:lnTo>
                  <a:pt x="8664821" y="1535914"/>
                </a:lnTo>
                <a:lnTo>
                  <a:pt x="8664821" y="1475736"/>
                </a:lnTo>
                <a:close/>
                <a:moveTo>
                  <a:pt x="7145009" y="1006604"/>
                </a:moveTo>
                <a:lnTo>
                  <a:pt x="6674030" y="1477584"/>
                </a:lnTo>
                <a:lnTo>
                  <a:pt x="6674030" y="1534069"/>
                </a:lnTo>
                <a:lnTo>
                  <a:pt x="7145007" y="2005046"/>
                </a:lnTo>
                <a:lnTo>
                  <a:pt x="7614013" y="1536039"/>
                </a:lnTo>
                <a:lnTo>
                  <a:pt x="7614013" y="1475610"/>
                </a:lnTo>
                <a:close/>
                <a:moveTo>
                  <a:pt x="10297056" y="1006603"/>
                </a:moveTo>
                <a:lnTo>
                  <a:pt x="9826454" y="1477207"/>
                </a:lnTo>
                <a:lnTo>
                  <a:pt x="9826454" y="1534445"/>
                </a:lnTo>
                <a:lnTo>
                  <a:pt x="10297053" y="2005045"/>
                </a:lnTo>
                <a:lnTo>
                  <a:pt x="10766437" y="1535660"/>
                </a:lnTo>
                <a:lnTo>
                  <a:pt x="10766437" y="1475986"/>
                </a:lnTo>
                <a:close/>
                <a:moveTo>
                  <a:pt x="258361" y="922634"/>
                </a:moveTo>
                <a:lnTo>
                  <a:pt x="369186" y="922634"/>
                </a:lnTo>
                <a:lnTo>
                  <a:pt x="369186" y="1033459"/>
                </a:lnTo>
                <a:lnTo>
                  <a:pt x="258361" y="1033459"/>
                </a:lnTo>
                <a:close/>
                <a:moveTo>
                  <a:pt x="2359977" y="922633"/>
                </a:moveTo>
                <a:lnTo>
                  <a:pt x="2470802" y="922633"/>
                </a:lnTo>
                <a:lnTo>
                  <a:pt x="2470802" y="1033458"/>
                </a:lnTo>
                <a:lnTo>
                  <a:pt x="2359977" y="1033458"/>
                </a:lnTo>
                <a:close/>
                <a:moveTo>
                  <a:pt x="1309169" y="922633"/>
                </a:moveTo>
                <a:lnTo>
                  <a:pt x="1419993" y="922633"/>
                </a:lnTo>
                <a:lnTo>
                  <a:pt x="1419993" y="1033458"/>
                </a:lnTo>
                <a:lnTo>
                  <a:pt x="1309169" y="1033458"/>
                </a:lnTo>
                <a:close/>
                <a:moveTo>
                  <a:pt x="5512398" y="922633"/>
                </a:moveTo>
                <a:lnTo>
                  <a:pt x="5623223" y="922633"/>
                </a:lnTo>
                <a:lnTo>
                  <a:pt x="5623223" y="1033458"/>
                </a:lnTo>
                <a:lnTo>
                  <a:pt x="5512398" y="1033458"/>
                </a:lnTo>
                <a:close/>
                <a:moveTo>
                  <a:pt x="4461591" y="922633"/>
                </a:moveTo>
                <a:lnTo>
                  <a:pt x="4572415" y="922633"/>
                </a:lnTo>
                <a:lnTo>
                  <a:pt x="4572415" y="1033458"/>
                </a:lnTo>
                <a:lnTo>
                  <a:pt x="4461591" y="1033458"/>
                </a:lnTo>
                <a:close/>
                <a:moveTo>
                  <a:pt x="3410785" y="922633"/>
                </a:moveTo>
                <a:lnTo>
                  <a:pt x="3521610" y="922633"/>
                </a:lnTo>
                <a:lnTo>
                  <a:pt x="3521610" y="1033458"/>
                </a:lnTo>
                <a:lnTo>
                  <a:pt x="3410785" y="1033458"/>
                </a:lnTo>
                <a:close/>
                <a:moveTo>
                  <a:pt x="7614013" y="922633"/>
                </a:moveTo>
                <a:lnTo>
                  <a:pt x="7724838" y="922633"/>
                </a:lnTo>
                <a:lnTo>
                  <a:pt x="7724838" y="1033458"/>
                </a:lnTo>
                <a:lnTo>
                  <a:pt x="7614013" y="1033458"/>
                </a:lnTo>
                <a:close/>
                <a:moveTo>
                  <a:pt x="6563205" y="922633"/>
                </a:moveTo>
                <a:lnTo>
                  <a:pt x="6674030" y="922633"/>
                </a:lnTo>
                <a:lnTo>
                  <a:pt x="6674030" y="1033458"/>
                </a:lnTo>
                <a:lnTo>
                  <a:pt x="6563205" y="1033458"/>
                </a:lnTo>
                <a:close/>
                <a:moveTo>
                  <a:pt x="10766437" y="922633"/>
                </a:moveTo>
                <a:lnTo>
                  <a:pt x="10877262" y="922633"/>
                </a:lnTo>
                <a:lnTo>
                  <a:pt x="10877262" y="1033458"/>
                </a:lnTo>
                <a:lnTo>
                  <a:pt x="10766437" y="1033458"/>
                </a:lnTo>
                <a:close/>
                <a:moveTo>
                  <a:pt x="9715629" y="922633"/>
                </a:moveTo>
                <a:lnTo>
                  <a:pt x="9826454" y="922633"/>
                </a:lnTo>
                <a:lnTo>
                  <a:pt x="9826454" y="1033458"/>
                </a:lnTo>
                <a:lnTo>
                  <a:pt x="9715629" y="1033458"/>
                </a:lnTo>
                <a:close/>
                <a:moveTo>
                  <a:pt x="8664821" y="922633"/>
                </a:moveTo>
                <a:lnTo>
                  <a:pt x="8775646" y="922633"/>
                </a:lnTo>
                <a:lnTo>
                  <a:pt x="8775646" y="1033458"/>
                </a:lnTo>
                <a:lnTo>
                  <a:pt x="8664821" y="1033458"/>
                </a:lnTo>
                <a:close/>
                <a:moveTo>
                  <a:pt x="11817249" y="922633"/>
                </a:moveTo>
                <a:lnTo>
                  <a:pt x="11928074" y="922633"/>
                </a:lnTo>
                <a:lnTo>
                  <a:pt x="11928074" y="1033458"/>
                </a:lnTo>
                <a:lnTo>
                  <a:pt x="11817249" y="1033458"/>
                </a:lnTo>
                <a:close/>
                <a:moveTo>
                  <a:pt x="1337485" y="510062"/>
                </a:moveTo>
                <a:lnTo>
                  <a:pt x="867065" y="980486"/>
                </a:lnTo>
                <a:lnTo>
                  <a:pt x="1333712" y="1447134"/>
                </a:lnTo>
                <a:lnTo>
                  <a:pt x="1398855" y="1447134"/>
                </a:lnTo>
                <a:lnTo>
                  <a:pt x="1865501" y="980486"/>
                </a:lnTo>
                <a:lnTo>
                  <a:pt x="1395081" y="510062"/>
                </a:lnTo>
                <a:close/>
                <a:moveTo>
                  <a:pt x="2388173" y="510062"/>
                </a:moveTo>
                <a:lnTo>
                  <a:pt x="1917745" y="980486"/>
                </a:lnTo>
                <a:lnTo>
                  <a:pt x="2384399" y="1447134"/>
                </a:lnTo>
                <a:lnTo>
                  <a:pt x="2449542" y="1447134"/>
                </a:lnTo>
                <a:lnTo>
                  <a:pt x="2916189" y="980486"/>
                </a:lnTo>
                <a:lnTo>
                  <a:pt x="2445767" y="510062"/>
                </a:lnTo>
                <a:close/>
                <a:moveTo>
                  <a:pt x="3438856" y="510062"/>
                </a:moveTo>
                <a:lnTo>
                  <a:pt x="2968432" y="980486"/>
                </a:lnTo>
                <a:lnTo>
                  <a:pt x="3435083" y="1447134"/>
                </a:lnTo>
                <a:lnTo>
                  <a:pt x="3500228" y="1447134"/>
                </a:lnTo>
                <a:lnTo>
                  <a:pt x="3966865" y="980485"/>
                </a:lnTo>
                <a:lnTo>
                  <a:pt x="3496454" y="510062"/>
                </a:lnTo>
                <a:close/>
                <a:moveTo>
                  <a:pt x="4489518" y="510062"/>
                </a:moveTo>
                <a:lnTo>
                  <a:pt x="4019109" y="980485"/>
                </a:lnTo>
                <a:lnTo>
                  <a:pt x="4485744" y="1447134"/>
                </a:lnTo>
                <a:lnTo>
                  <a:pt x="4550887" y="1447134"/>
                </a:lnTo>
                <a:lnTo>
                  <a:pt x="5017543" y="980483"/>
                </a:lnTo>
                <a:lnTo>
                  <a:pt x="4547118" y="510062"/>
                </a:lnTo>
                <a:close/>
                <a:moveTo>
                  <a:pt x="5540201" y="510062"/>
                </a:moveTo>
                <a:lnTo>
                  <a:pt x="5069792" y="980483"/>
                </a:lnTo>
                <a:lnTo>
                  <a:pt x="5536431" y="1447134"/>
                </a:lnTo>
                <a:lnTo>
                  <a:pt x="5601567" y="1447134"/>
                </a:lnTo>
                <a:lnTo>
                  <a:pt x="6068204" y="980484"/>
                </a:lnTo>
                <a:lnTo>
                  <a:pt x="5597797" y="510062"/>
                </a:lnTo>
                <a:close/>
                <a:moveTo>
                  <a:pt x="6590867" y="510062"/>
                </a:moveTo>
                <a:lnTo>
                  <a:pt x="6120447" y="980484"/>
                </a:lnTo>
                <a:lnTo>
                  <a:pt x="6587095" y="1447133"/>
                </a:lnTo>
                <a:lnTo>
                  <a:pt x="6652238" y="1447133"/>
                </a:lnTo>
                <a:lnTo>
                  <a:pt x="7118887" y="980483"/>
                </a:lnTo>
                <a:lnTo>
                  <a:pt x="6648468" y="510062"/>
                </a:lnTo>
                <a:close/>
                <a:moveTo>
                  <a:pt x="7641550" y="510061"/>
                </a:moveTo>
                <a:lnTo>
                  <a:pt x="7171131" y="980482"/>
                </a:lnTo>
                <a:lnTo>
                  <a:pt x="7637780" y="1447133"/>
                </a:lnTo>
                <a:lnTo>
                  <a:pt x="7702919" y="1447133"/>
                </a:lnTo>
                <a:lnTo>
                  <a:pt x="8169568" y="980483"/>
                </a:lnTo>
                <a:lnTo>
                  <a:pt x="7699149" y="510061"/>
                </a:lnTo>
                <a:close/>
                <a:moveTo>
                  <a:pt x="8692232" y="510061"/>
                </a:moveTo>
                <a:lnTo>
                  <a:pt x="8221811" y="980484"/>
                </a:lnTo>
                <a:lnTo>
                  <a:pt x="8688459" y="1447133"/>
                </a:lnTo>
                <a:lnTo>
                  <a:pt x="8753603" y="1447133"/>
                </a:lnTo>
                <a:lnTo>
                  <a:pt x="9220250" y="980484"/>
                </a:lnTo>
                <a:lnTo>
                  <a:pt x="8749829" y="510061"/>
                </a:lnTo>
                <a:close/>
                <a:moveTo>
                  <a:pt x="10793597" y="510061"/>
                </a:moveTo>
                <a:lnTo>
                  <a:pt x="10323178" y="980482"/>
                </a:lnTo>
                <a:lnTo>
                  <a:pt x="10789828" y="1447133"/>
                </a:lnTo>
                <a:lnTo>
                  <a:pt x="10854964" y="1447133"/>
                </a:lnTo>
                <a:lnTo>
                  <a:pt x="11321613" y="980483"/>
                </a:lnTo>
                <a:lnTo>
                  <a:pt x="10851193" y="510061"/>
                </a:lnTo>
                <a:close/>
                <a:moveTo>
                  <a:pt x="9742913" y="510061"/>
                </a:moveTo>
                <a:lnTo>
                  <a:pt x="9272493" y="980483"/>
                </a:lnTo>
                <a:lnTo>
                  <a:pt x="9739141" y="1447133"/>
                </a:lnTo>
                <a:lnTo>
                  <a:pt x="9804283" y="1447133"/>
                </a:lnTo>
                <a:lnTo>
                  <a:pt x="10270933" y="980481"/>
                </a:lnTo>
                <a:lnTo>
                  <a:pt x="9800515" y="510061"/>
                </a:lnTo>
                <a:close/>
                <a:moveTo>
                  <a:pt x="783785" y="399238"/>
                </a:moveTo>
                <a:lnTo>
                  <a:pt x="894609" y="399238"/>
                </a:lnTo>
                <a:lnTo>
                  <a:pt x="894609" y="510062"/>
                </a:lnTo>
                <a:lnTo>
                  <a:pt x="783785" y="510062"/>
                </a:lnTo>
                <a:close/>
                <a:moveTo>
                  <a:pt x="2885401" y="399237"/>
                </a:moveTo>
                <a:lnTo>
                  <a:pt x="2996227" y="399237"/>
                </a:lnTo>
                <a:lnTo>
                  <a:pt x="2996227" y="510062"/>
                </a:lnTo>
                <a:lnTo>
                  <a:pt x="2885401" y="510062"/>
                </a:lnTo>
                <a:close/>
                <a:moveTo>
                  <a:pt x="1834590" y="399237"/>
                </a:moveTo>
                <a:lnTo>
                  <a:pt x="1945415" y="399237"/>
                </a:lnTo>
                <a:lnTo>
                  <a:pt x="1945415" y="510062"/>
                </a:lnTo>
                <a:lnTo>
                  <a:pt x="1834590" y="510062"/>
                </a:lnTo>
                <a:close/>
                <a:moveTo>
                  <a:pt x="3936208" y="399237"/>
                </a:moveTo>
                <a:lnTo>
                  <a:pt x="4047032" y="399237"/>
                </a:lnTo>
                <a:lnTo>
                  <a:pt x="4047032" y="510062"/>
                </a:lnTo>
                <a:lnTo>
                  <a:pt x="3936208" y="510062"/>
                </a:lnTo>
                <a:close/>
                <a:moveTo>
                  <a:pt x="4987004" y="399237"/>
                </a:moveTo>
                <a:lnTo>
                  <a:pt x="5097834" y="399237"/>
                </a:lnTo>
                <a:lnTo>
                  <a:pt x="5097834" y="510062"/>
                </a:lnTo>
                <a:lnTo>
                  <a:pt x="4987004" y="510062"/>
                </a:lnTo>
                <a:close/>
                <a:moveTo>
                  <a:pt x="6037802" y="399237"/>
                </a:moveTo>
                <a:lnTo>
                  <a:pt x="6148626" y="399237"/>
                </a:lnTo>
                <a:lnTo>
                  <a:pt x="6148626" y="510062"/>
                </a:lnTo>
                <a:lnTo>
                  <a:pt x="6037802" y="510062"/>
                </a:lnTo>
                <a:close/>
                <a:moveTo>
                  <a:pt x="7088609" y="399237"/>
                </a:moveTo>
                <a:lnTo>
                  <a:pt x="7199434" y="399237"/>
                </a:lnTo>
                <a:lnTo>
                  <a:pt x="7199434" y="510061"/>
                </a:lnTo>
                <a:lnTo>
                  <a:pt x="7088609" y="510061"/>
                </a:lnTo>
                <a:close/>
                <a:moveTo>
                  <a:pt x="8139417" y="399237"/>
                </a:moveTo>
                <a:lnTo>
                  <a:pt x="8250242" y="399237"/>
                </a:lnTo>
                <a:lnTo>
                  <a:pt x="8250242" y="510061"/>
                </a:lnTo>
                <a:lnTo>
                  <a:pt x="8139417" y="510061"/>
                </a:lnTo>
                <a:close/>
                <a:moveTo>
                  <a:pt x="9190225" y="399236"/>
                </a:moveTo>
                <a:lnTo>
                  <a:pt x="9301050" y="399236"/>
                </a:lnTo>
                <a:lnTo>
                  <a:pt x="9301050" y="510061"/>
                </a:lnTo>
                <a:lnTo>
                  <a:pt x="9190225" y="510061"/>
                </a:lnTo>
                <a:close/>
                <a:moveTo>
                  <a:pt x="10241033" y="399236"/>
                </a:moveTo>
                <a:lnTo>
                  <a:pt x="10351858" y="399236"/>
                </a:lnTo>
                <a:lnTo>
                  <a:pt x="10351858" y="510061"/>
                </a:lnTo>
                <a:lnTo>
                  <a:pt x="10241033" y="510061"/>
                </a:lnTo>
                <a:close/>
                <a:moveTo>
                  <a:pt x="11291841" y="399236"/>
                </a:moveTo>
                <a:lnTo>
                  <a:pt x="11402666" y="399236"/>
                </a:lnTo>
                <a:lnTo>
                  <a:pt x="11402666" y="510061"/>
                </a:lnTo>
                <a:lnTo>
                  <a:pt x="11291841" y="510061"/>
                </a:lnTo>
                <a:close/>
                <a:moveTo>
                  <a:pt x="6138405" y="0"/>
                </a:moveTo>
                <a:lnTo>
                  <a:pt x="6190649" y="0"/>
                </a:lnTo>
                <a:lnTo>
                  <a:pt x="6589887" y="399237"/>
                </a:lnTo>
                <a:lnTo>
                  <a:pt x="6649449" y="399237"/>
                </a:lnTo>
                <a:lnTo>
                  <a:pt x="7048684" y="2"/>
                </a:lnTo>
                <a:lnTo>
                  <a:pt x="7100928" y="2"/>
                </a:lnTo>
                <a:lnTo>
                  <a:pt x="6674030" y="426899"/>
                </a:lnTo>
                <a:lnTo>
                  <a:pt x="6674030" y="483379"/>
                </a:lnTo>
                <a:lnTo>
                  <a:pt x="7145009" y="954361"/>
                </a:lnTo>
                <a:lnTo>
                  <a:pt x="7614013" y="485355"/>
                </a:lnTo>
                <a:lnTo>
                  <a:pt x="7614013" y="424926"/>
                </a:lnTo>
                <a:lnTo>
                  <a:pt x="7189086" y="0"/>
                </a:lnTo>
                <a:lnTo>
                  <a:pt x="7241329" y="0"/>
                </a:lnTo>
                <a:lnTo>
                  <a:pt x="7640566" y="399237"/>
                </a:lnTo>
                <a:lnTo>
                  <a:pt x="7700131" y="399237"/>
                </a:lnTo>
                <a:lnTo>
                  <a:pt x="8099367" y="1"/>
                </a:lnTo>
                <a:lnTo>
                  <a:pt x="8151611" y="1"/>
                </a:lnTo>
                <a:lnTo>
                  <a:pt x="7724838" y="426774"/>
                </a:lnTo>
                <a:lnTo>
                  <a:pt x="7724838" y="483508"/>
                </a:lnTo>
                <a:lnTo>
                  <a:pt x="8195689" y="954363"/>
                </a:lnTo>
                <a:lnTo>
                  <a:pt x="8664821" y="485229"/>
                </a:lnTo>
                <a:lnTo>
                  <a:pt x="8664821" y="425053"/>
                </a:lnTo>
                <a:lnTo>
                  <a:pt x="8239767" y="0"/>
                </a:lnTo>
                <a:lnTo>
                  <a:pt x="8292011" y="0"/>
                </a:lnTo>
                <a:lnTo>
                  <a:pt x="8691248" y="399236"/>
                </a:lnTo>
                <a:lnTo>
                  <a:pt x="8750812" y="399236"/>
                </a:lnTo>
                <a:lnTo>
                  <a:pt x="9150049" y="1"/>
                </a:lnTo>
                <a:lnTo>
                  <a:pt x="9202293" y="1"/>
                </a:lnTo>
                <a:lnTo>
                  <a:pt x="8775646" y="426647"/>
                </a:lnTo>
                <a:lnTo>
                  <a:pt x="8775646" y="483635"/>
                </a:lnTo>
                <a:lnTo>
                  <a:pt x="9246372" y="954363"/>
                </a:lnTo>
                <a:lnTo>
                  <a:pt x="9715629" y="485103"/>
                </a:lnTo>
                <a:lnTo>
                  <a:pt x="9715629" y="425175"/>
                </a:lnTo>
                <a:lnTo>
                  <a:pt x="9290453" y="0"/>
                </a:lnTo>
                <a:lnTo>
                  <a:pt x="9342696" y="0"/>
                </a:lnTo>
                <a:lnTo>
                  <a:pt x="9741934" y="399236"/>
                </a:lnTo>
                <a:lnTo>
                  <a:pt x="9801496" y="399236"/>
                </a:lnTo>
                <a:lnTo>
                  <a:pt x="10200732" y="1"/>
                </a:lnTo>
                <a:lnTo>
                  <a:pt x="10252974" y="1"/>
                </a:lnTo>
                <a:lnTo>
                  <a:pt x="9826454" y="426520"/>
                </a:lnTo>
                <a:lnTo>
                  <a:pt x="9826454" y="483756"/>
                </a:lnTo>
                <a:lnTo>
                  <a:pt x="10297055" y="954360"/>
                </a:lnTo>
                <a:lnTo>
                  <a:pt x="10766437" y="484975"/>
                </a:lnTo>
                <a:lnTo>
                  <a:pt x="10766437" y="425305"/>
                </a:lnTo>
                <a:lnTo>
                  <a:pt x="10341131" y="0"/>
                </a:lnTo>
                <a:lnTo>
                  <a:pt x="10393375" y="0"/>
                </a:lnTo>
                <a:lnTo>
                  <a:pt x="10792612" y="399236"/>
                </a:lnTo>
                <a:lnTo>
                  <a:pt x="10852176" y="399236"/>
                </a:lnTo>
                <a:lnTo>
                  <a:pt x="11251411" y="3"/>
                </a:lnTo>
                <a:lnTo>
                  <a:pt x="11303657" y="3"/>
                </a:lnTo>
                <a:lnTo>
                  <a:pt x="10877262" y="426397"/>
                </a:lnTo>
                <a:lnTo>
                  <a:pt x="10877262" y="483887"/>
                </a:lnTo>
                <a:lnTo>
                  <a:pt x="11347735" y="954362"/>
                </a:lnTo>
                <a:lnTo>
                  <a:pt x="11817249" y="484846"/>
                </a:lnTo>
                <a:lnTo>
                  <a:pt x="11817249" y="425436"/>
                </a:lnTo>
                <a:lnTo>
                  <a:pt x="11391812" y="0"/>
                </a:lnTo>
                <a:lnTo>
                  <a:pt x="11444056" y="0"/>
                </a:lnTo>
                <a:lnTo>
                  <a:pt x="11843293" y="399236"/>
                </a:lnTo>
                <a:lnTo>
                  <a:pt x="11902859" y="399236"/>
                </a:lnTo>
                <a:lnTo>
                  <a:pt x="12191973" y="110123"/>
                </a:lnTo>
                <a:lnTo>
                  <a:pt x="12191973" y="162366"/>
                </a:lnTo>
                <a:lnTo>
                  <a:pt x="11928074" y="426265"/>
                </a:lnTo>
                <a:lnTo>
                  <a:pt x="11928074" y="484017"/>
                </a:lnTo>
                <a:lnTo>
                  <a:pt x="12191974" y="747926"/>
                </a:lnTo>
                <a:lnTo>
                  <a:pt x="12191974" y="800166"/>
                </a:lnTo>
                <a:lnTo>
                  <a:pt x="11901874" y="510061"/>
                </a:lnTo>
                <a:lnTo>
                  <a:pt x="11844278" y="510061"/>
                </a:lnTo>
                <a:lnTo>
                  <a:pt x="11373857" y="980483"/>
                </a:lnTo>
                <a:lnTo>
                  <a:pt x="11840505" y="1447132"/>
                </a:lnTo>
                <a:lnTo>
                  <a:pt x="11905645" y="1447132"/>
                </a:lnTo>
                <a:lnTo>
                  <a:pt x="12191976" y="1160803"/>
                </a:lnTo>
                <a:lnTo>
                  <a:pt x="12191976" y="1213046"/>
                </a:lnTo>
                <a:lnTo>
                  <a:pt x="11928074" y="1476947"/>
                </a:lnTo>
                <a:lnTo>
                  <a:pt x="11928074" y="1534702"/>
                </a:lnTo>
                <a:lnTo>
                  <a:pt x="12191975" y="1798604"/>
                </a:lnTo>
                <a:lnTo>
                  <a:pt x="12191975" y="1850847"/>
                </a:lnTo>
                <a:lnTo>
                  <a:pt x="11899087" y="1557957"/>
                </a:lnTo>
                <a:lnTo>
                  <a:pt x="11847063" y="1557957"/>
                </a:lnTo>
                <a:lnTo>
                  <a:pt x="11373858" y="2031163"/>
                </a:lnTo>
                <a:lnTo>
                  <a:pt x="11842778" y="2500070"/>
                </a:lnTo>
                <a:lnTo>
                  <a:pt x="11903378" y="2500070"/>
                </a:lnTo>
                <a:lnTo>
                  <a:pt x="12191975" y="2211473"/>
                </a:lnTo>
                <a:lnTo>
                  <a:pt x="12191974" y="2263716"/>
                </a:lnTo>
                <a:lnTo>
                  <a:pt x="11928074" y="2527616"/>
                </a:lnTo>
                <a:lnTo>
                  <a:pt x="11928074" y="2585366"/>
                </a:lnTo>
                <a:lnTo>
                  <a:pt x="12191978" y="2849270"/>
                </a:lnTo>
                <a:lnTo>
                  <a:pt x="12191977" y="2901515"/>
                </a:lnTo>
                <a:lnTo>
                  <a:pt x="11901357" y="2610895"/>
                </a:lnTo>
                <a:lnTo>
                  <a:pt x="11844795" y="2610895"/>
                </a:lnTo>
                <a:lnTo>
                  <a:pt x="11373856" y="3081835"/>
                </a:lnTo>
                <a:lnTo>
                  <a:pt x="11843230" y="3551209"/>
                </a:lnTo>
                <a:lnTo>
                  <a:pt x="11902922" y="3551209"/>
                </a:lnTo>
                <a:lnTo>
                  <a:pt x="12191974" y="3262156"/>
                </a:lnTo>
                <a:lnTo>
                  <a:pt x="12191974" y="3314400"/>
                </a:lnTo>
                <a:lnTo>
                  <a:pt x="11928074" y="3578299"/>
                </a:lnTo>
                <a:lnTo>
                  <a:pt x="11928074" y="3636053"/>
                </a:lnTo>
                <a:lnTo>
                  <a:pt x="12191975" y="3899954"/>
                </a:lnTo>
                <a:lnTo>
                  <a:pt x="12191975" y="3952198"/>
                </a:lnTo>
                <a:lnTo>
                  <a:pt x="11901811" y="3662034"/>
                </a:lnTo>
                <a:lnTo>
                  <a:pt x="11844339" y="3662034"/>
                </a:lnTo>
                <a:lnTo>
                  <a:pt x="11373856" y="4132518"/>
                </a:lnTo>
                <a:lnTo>
                  <a:pt x="11813331" y="4571992"/>
                </a:lnTo>
                <a:lnTo>
                  <a:pt x="11761089" y="4571991"/>
                </a:lnTo>
                <a:lnTo>
                  <a:pt x="11347736" y="4158638"/>
                </a:lnTo>
                <a:lnTo>
                  <a:pt x="10934382" y="4571992"/>
                </a:lnTo>
                <a:lnTo>
                  <a:pt x="10882138" y="4571992"/>
                </a:lnTo>
                <a:lnTo>
                  <a:pt x="11321614" y="4132516"/>
                </a:lnTo>
                <a:lnTo>
                  <a:pt x="10851132" y="3662034"/>
                </a:lnTo>
                <a:lnTo>
                  <a:pt x="10793656" y="3662034"/>
                </a:lnTo>
                <a:lnTo>
                  <a:pt x="10323175" y="4132515"/>
                </a:lnTo>
                <a:lnTo>
                  <a:pt x="10762651" y="4571991"/>
                </a:lnTo>
                <a:lnTo>
                  <a:pt x="10710406" y="4571992"/>
                </a:lnTo>
                <a:lnTo>
                  <a:pt x="10297052" y="4158638"/>
                </a:lnTo>
                <a:lnTo>
                  <a:pt x="9883699" y="4571992"/>
                </a:lnTo>
                <a:lnTo>
                  <a:pt x="9831456" y="4571992"/>
                </a:lnTo>
                <a:lnTo>
                  <a:pt x="10270931" y="4132517"/>
                </a:lnTo>
                <a:lnTo>
                  <a:pt x="9800448" y="3662034"/>
                </a:lnTo>
                <a:lnTo>
                  <a:pt x="9742974" y="3662034"/>
                </a:lnTo>
                <a:lnTo>
                  <a:pt x="9272491" y="4132517"/>
                </a:lnTo>
                <a:lnTo>
                  <a:pt x="9711968" y="4571993"/>
                </a:lnTo>
                <a:lnTo>
                  <a:pt x="9659723" y="4571993"/>
                </a:lnTo>
                <a:lnTo>
                  <a:pt x="9246369" y="4158639"/>
                </a:lnTo>
                <a:lnTo>
                  <a:pt x="8833016" y="4571992"/>
                </a:lnTo>
                <a:lnTo>
                  <a:pt x="8780772" y="4571992"/>
                </a:lnTo>
                <a:lnTo>
                  <a:pt x="9220247" y="4132517"/>
                </a:lnTo>
                <a:lnTo>
                  <a:pt x="8749764" y="3662034"/>
                </a:lnTo>
                <a:lnTo>
                  <a:pt x="8692294" y="3662034"/>
                </a:lnTo>
                <a:lnTo>
                  <a:pt x="8221812" y="4132516"/>
                </a:lnTo>
                <a:lnTo>
                  <a:pt x="8661288" y="4571992"/>
                </a:lnTo>
                <a:lnTo>
                  <a:pt x="8609042" y="4571992"/>
                </a:lnTo>
                <a:lnTo>
                  <a:pt x="8195689" y="4158639"/>
                </a:lnTo>
                <a:lnTo>
                  <a:pt x="7782334" y="4571994"/>
                </a:lnTo>
                <a:lnTo>
                  <a:pt x="7730092" y="4571994"/>
                </a:lnTo>
                <a:lnTo>
                  <a:pt x="8169568" y="4132518"/>
                </a:lnTo>
                <a:lnTo>
                  <a:pt x="7699085" y="3662034"/>
                </a:lnTo>
                <a:lnTo>
                  <a:pt x="7641614" y="3662034"/>
                </a:lnTo>
                <a:lnTo>
                  <a:pt x="7171129" y="4132518"/>
                </a:lnTo>
                <a:lnTo>
                  <a:pt x="7610604" y="4571993"/>
                </a:lnTo>
                <a:lnTo>
                  <a:pt x="7558360" y="4571993"/>
                </a:lnTo>
                <a:lnTo>
                  <a:pt x="7145007" y="4158640"/>
                </a:lnTo>
                <a:lnTo>
                  <a:pt x="6731655" y="4571993"/>
                </a:lnTo>
                <a:lnTo>
                  <a:pt x="6679410" y="4571993"/>
                </a:lnTo>
                <a:lnTo>
                  <a:pt x="7118885" y="4132518"/>
                </a:lnTo>
                <a:lnTo>
                  <a:pt x="6648402" y="3662034"/>
                </a:lnTo>
                <a:lnTo>
                  <a:pt x="6590932" y="3662034"/>
                </a:lnTo>
                <a:lnTo>
                  <a:pt x="6120448" y="4132519"/>
                </a:lnTo>
                <a:lnTo>
                  <a:pt x="6559922" y="4571993"/>
                </a:lnTo>
                <a:lnTo>
                  <a:pt x="6507678" y="4571993"/>
                </a:lnTo>
                <a:lnTo>
                  <a:pt x="6094326" y="4158641"/>
                </a:lnTo>
                <a:lnTo>
                  <a:pt x="5680985" y="4571992"/>
                </a:lnTo>
                <a:lnTo>
                  <a:pt x="5628744" y="4571992"/>
                </a:lnTo>
                <a:lnTo>
                  <a:pt x="6068205" y="4132519"/>
                </a:lnTo>
                <a:lnTo>
                  <a:pt x="5597731" y="3662034"/>
                </a:lnTo>
                <a:lnTo>
                  <a:pt x="5540263" y="3662034"/>
                </a:lnTo>
                <a:lnTo>
                  <a:pt x="5069789" y="4132518"/>
                </a:lnTo>
                <a:lnTo>
                  <a:pt x="5509253" y="4571993"/>
                </a:lnTo>
                <a:lnTo>
                  <a:pt x="5457012" y="4571993"/>
                </a:lnTo>
                <a:lnTo>
                  <a:pt x="5043664" y="4158640"/>
                </a:lnTo>
                <a:lnTo>
                  <a:pt x="4630303" y="4571992"/>
                </a:lnTo>
                <a:lnTo>
                  <a:pt x="4578059" y="4571992"/>
                </a:lnTo>
                <a:lnTo>
                  <a:pt x="5017539" y="4132518"/>
                </a:lnTo>
                <a:lnTo>
                  <a:pt x="4547049" y="3662034"/>
                </a:lnTo>
                <a:lnTo>
                  <a:pt x="4489581" y="3662034"/>
                </a:lnTo>
                <a:lnTo>
                  <a:pt x="4019108" y="4132519"/>
                </a:lnTo>
                <a:lnTo>
                  <a:pt x="4458568" y="4571993"/>
                </a:lnTo>
                <a:lnTo>
                  <a:pt x="4406323" y="4571993"/>
                </a:lnTo>
                <a:lnTo>
                  <a:pt x="3992985" y="4158641"/>
                </a:lnTo>
                <a:lnTo>
                  <a:pt x="3579645" y="4571992"/>
                </a:lnTo>
                <a:lnTo>
                  <a:pt x="3527403" y="4571992"/>
                </a:lnTo>
                <a:lnTo>
                  <a:pt x="3966864" y="4132520"/>
                </a:lnTo>
                <a:lnTo>
                  <a:pt x="3496388" y="3662034"/>
                </a:lnTo>
                <a:lnTo>
                  <a:pt x="3438920" y="3662034"/>
                </a:lnTo>
                <a:lnTo>
                  <a:pt x="2968432" y="4132519"/>
                </a:lnTo>
                <a:lnTo>
                  <a:pt x="3407908" y="4571992"/>
                </a:lnTo>
                <a:lnTo>
                  <a:pt x="3355663" y="4571992"/>
                </a:lnTo>
                <a:lnTo>
                  <a:pt x="2942311" y="4158641"/>
                </a:lnTo>
                <a:lnTo>
                  <a:pt x="2528961" y="4571991"/>
                </a:lnTo>
                <a:lnTo>
                  <a:pt x="2476717" y="4571991"/>
                </a:lnTo>
                <a:lnTo>
                  <a:pt x="2916189" y="4132519"/>
                </a:lnTo>
                <a:lnTo>
                  <a:pt x="2445706" y="3662034"/>
                </a:lnTo>
                <a:lnTo>
                  <a:pt x="2388237" y="3662034"/>
                </a:lnTo>
                <a:lnTo>
                  <a:pt x="1917745" y="4132520"/>
                </a:lnTo>
                <a:lnTo>
                  <a:pt x="2357225" y="4571992"/>
                </a:lnTo>
                <a:lnTo>
                  <a:pt x="2304981" y="4571993"/>
                </a:lnTo>
                <a:lnTo>
                  <a:pt x="1891623" y="4158642"/>
                </a:lnTo>
                <a:lnTo>
                  <a:pt x="1478275" y="4571991"/>
                </a:lnTo>
                <a:lnTo>
                  <a:pt x="1426031" y="4571991"/>
                </a:lnTo>
                <a:lnTo>
                  <a:pt x="1865501" y="4132520"/>
                </a:lnTo>
                <a:lnTo>
                  <a:pt x="1395017" y="3662034"/>
                </a:lnTo>
                <a:lnTo>
                  <a:pt x="1337551" y="3662034"/>
                </a:lnTo>
                <a:lnTo>
                  <a:pt x="867066" y="4132521"/>
                </a:lnTo>
                <a:lnTo>
                  <a:pt x="1306536" y="4571992"/>
                </a:lnTo>
                <a:lnTo>
                  <a:pt x="1254292" y="4571992"/>
                </a:lnTo>
                <a:lnTo>
                  <a:pt x="840944" y="4158643"/>
                </a:lnTo>
                <a:lnTo>
                  <a:pt x="427595" y="4571993"/>
                </a:lnTo>
                <a:lnTo>
                  <a:pt x="375351" y="4571993"/>
                </a:lnTo>
                <a:lnTo>
                  <a:pt x="814822" y="4132521"/>
                </a:lnTo>
                <a:lnTo>
                  <a:pt x="344336" y="3662034"/>
                </a:lnTo>
                <a:lnTo>
                  <a:pt x="286870" y="3662034"/>
                </a:lnTo>
                <a:lnTo>
                  <a:pt x="5" y="3948900"/>
                </a:lnTo>
                <a:lnTo>
                  <a:pt x="5" y="3896656"/>
                </a:lnTo>
                <a:lnTo>
                  <a:pt x="258369" y="3638291"/>
                </a:lnTo>
                <a:lnTo>
                  <a:pt x="258369" y="3576066"/>
                </a:lnTo>
                <a:lnTo>
                  <a:pt x="1" y="3317698"/>
                </a:lnTo>
                <a:lnTo>
                  <a:pt x="1" y="3265454"/>
                </a:lnTo>
                <a:lnTo>
                  <a:pt x="285756" y="3551209"/>
                </a:lnTo>
                <a:lnTo>
                  <a:pt x="345451" y="3551209"/>
                </a:lnTo>
                <a:lnTo>
                  <a:pt x="814822" y="3081838"/>
                </a:lnTo>
                <a:lnTo>
                  <a:pt x="343880" y="2610895"/>
                </a:lnTo>
                <a:lnTo>
                  <a:pt x="287328" y="2610895"/>
                </a:lnTo>
                <a:lnTo>
                  <a:pt x="6" y="2898217"/>
                </a:lnTo>
                <a:lnTo>
                  <a:pt x="6" y="2845973"/>
                </a:lnTo>
                <a:lnTo>
                  <a:pt x="258373" y="2587605"/>
                </a:lnTo>
                <a:lnTo>
                  <a:pt x="258373" y="2525388"/>
                </a:lnTo>
                <a:lnTo>
                  <a:pt x="1" y="2267015"/>
                </a:lnTo>
                <a:lnTo>
                  <a:pt x="0" y="2214770"/>
                </a:lnTo>
                <a:lnTo>
                  <a:pt x="285299" y="2500070"/>
                </a:lnTo>
                <a:lnTo>
                  <a:pt x="345909" y="2500070"/>
                </a:lnTo>
                <a:lnTo>
                  <a:pt x="814822" y="2031167"/>
                </a:lnTo>
                <a:lnTo>
                  <a:pt x="341616" y="1557959"/>
                </a:lnTo>
                <a:lnTo>
                  <a:pt x="289593" y="1557959"/>
                </a:lnTo>
                <a:lnTo>
                  <a:pt x="4" y="1847551"/>
                </a:lnTo>
                <a:lnTo>
                  <a:pt x="4" y="1795307"/>
                </a:lnTo>
                <a:lnTo>
                  <a:pt x="258377" y="1536932"/>
                </a:lnTo>
                <a:lnTo>
                  <a:pt x="258377" y="1474721"/>
                </a:lnTo>
                <a:lnTo>
                  <a:pt x="2" y="1216345"/>
                </a:lnTo>
                <a:lnTo>
                  <a:pt x="2" y="1164102"/>
                </a:lnTo>
                <a:lnTo>
                  <a:pt x="283034" y="1447135"/>
                </a:lnTo>
                <a:lnTo>
                  <a:pt x="348175" y="1447135"/>
                </a:lnTo>
                <a:lnTo>
                  <a:pt x="814821" y="980486"/>
                </a:lnTo>
                <a:lnTo>
                  <a:pt x="344401" y="510062"/>
                </a:lnTo>
                <a:lnTo>
                  <a:pt x="286805" y="510062"/>
                </a:lnTo>
                <a:lnTo>
                  <a:pt x="5" y="796868"/>
                </a:lnTo>
                <a:lnTo>
                  <a:pt x="5" y="744628"/>
                </a:lnTo>
                <a:lnTo>
                  <a:pt x="258382" y="486242"/>
                </a:lnTo>
                <a:lnTo>
                  <a:pt x="258382" y="424043"/>
                </a:lnTo>
                <a:lnTo>
                  <a:pt x="3" y="165664"/>
                </a:lnTo>
                <a:lnTo>
                  <a:pt x="3" y="113420"/>
                </a:lnTo>
                <a:lnTo>
                  <a:pt x="285820" y="399237"/>
                </a:lnTo>
                <a:lnTo>
                  <a:pt x="345386" y="399237"/>
                </a:lnTo>
                <a:lnTo>
                  <a:pt x="744622" y="2"/>
                </a:lnTo>
                <a:lnTo>
                  <a:pt x="796865" y="2"/>
                </a:lnTo>
                <a:lnTo>
                  <a:pt x="369206" y="427661"/>
                </a:lnTo>
                <a:lnTo>
                  <a:pt x="369206" y="482624"/>
                </a:lnTo>
                <a:lnTo>
                  <a:pt x="840943" y="954364"/>
                </a:lnTo>
                <a:lnTo>
                  <a:pt x="1309187" y="486116"/>
                </a:lnTo>
                <a:lnTo>
                  <a:pt x="1309187" y="424169"/>
                </a:lnTo>
                <a:lnTo>
                  <a:pt x="885019" y="0"/>
                </a:lnTo>
                <a:lnTo>
                  <a:pt x="937262" y="0"/>
                </a:lnTo>
                <a:lnTo>
                  <a:pt x="1336499" y="399237"/>
                </a:lnTo>
                <a:lnTo>
                  <a:pt x="1396066" y="399237"/>
                </a:lnTo>
                <a:lnTo>
                  <a:pt x="1795300" y="3"/>
                </a:lnTo>
                <a:lnTo>
                  <a:pt x="1847544" y="3"/>
                </a:lnTo>
                <a:lnTo>
                  <a:pt x="1420012" y="427535"/>
                </a:lnTo>
                <a:lnTo>
                  <a:pt x="1420012" y="482750"/>
                </a:lnTo>
                <a:lnTo>
                  <a:pt x="1891623" y="954365"/>
                </a:lnTo>
                <a:lnTo>
                  <a:pt x="2360001" y="485992"/>
                </a:lnTo>
                <a:lnTo>
                  <a:pt x="2360001" y="424295"/>
                </a:lnTo>
                <a:lnTo>
                  <a:pt x="1935698" y="0"/>
                </a:lnTo>
                <a:lnTo>
                  <a:pt x="1987943" y="0"/>
                </a:lnTo>
                <a:lnTo>
                  <a:pt x="2387187" y="399237"/>
                </a:lnTo>
                <a:lnTo>
                  <a:pt x="2446755" y="399237"/>
                </a:lnTo>
                <a:lnTo>
                  <a:pt x="2845991" y="2"/>
                </a:lnTo>
                <a:lnTo>
                  <a:pt x="2898236" y="2"/>
                </a:lnTo>
                <a:lnTo>
                  <a:pt x="2470825" y="427411"/>
                </a:lnTo>
                <a:lnTo>
                  <a:pt x="2470825" y="482875"/>
                </a:lnTo>
                <a:lnTo>
                  <a:pt x="2942310" y="954365"/>
                </a:lnTo>
                <a:lnTo>
                  <a:pt x="3410809" y="485866"/>
                </a:lnTo>
                <a:lnTo>
                  <a:pt x="3410809" y="424419"/>
                </a:lnTo>
                <a:lnTo>
                  <a:pt x="2986386" y="0"/>
                </a:lnTo>
                <a:lnTo>
                  <a:pt x="3038626" y="0"/>
                </a:lnTo>
                <a:lnTo>
                  <a:pt x="3437870" y="399237"/>
                </a:lnTo>
                <a:lnTo>
                  <a:pt x="3497441" y="399237"/>
                </a:lnTo>
                <a:lnTo>
                  <a:pt x="3896667" y="2"/>
                </a:lnTo>
                <a:lnTo>
                  <a:pt x="3948913" y="2"/>
                </a:lnTo>
                <a:lnTo>
                  <a:pt x="3521637" y="427285"/>
                </a:lnTo>
                <a:lnTo>
                  <a:pt x="3521637" y="483001"/>
                </a:lnTo>
                <a:lnTo>
                  <a:pt x="3992987" y="954364"/>
                </a:lnTo>
                <a:lnTo>
                  <a:pt x="4461599" y="485738"/>
                </a:lnTo>
                <a:lnTo>
                  <a:pt x="4461599" y="424543"/>
                </a:lnTo>
                <a:lnTo>
                  <a:pt x="4037068" y="1"/>
                </a:lnTo>
                <a:lnTo>
                  <a:pt x="4089312" y="1"/>
                </a:lnTo>
                <a:lnTo>
                  <a:pt x="4488534" y="399237"/>
                </a:lnTo>
                <a:lnTo>
                  <a:pt x="4548100" y="399237"/>
                </a:lnTo>
                <a:lnTo>
                  <a:pt x="4947332" y="4"/>
                </a:lnTo>
                <a:lnTo>
                  <a:pt x="4999581" y="4"/>
                </a:lnTo>
                <a:lnTo>
                  <a:pt x="4572422" y="427156"/>
                </a:lnTo>
                <a:lnTo>
                  <a:pt x="4572422" y="483126"/>
                </a:lnTo>
                <a:lnTo>
                  <a:pt x="5043667" y="954362"/>
                </a:lnTo>
                <a:lnTo>
                  <a:pt x="5512409" y="485609"/>
                </a:lnTo>
                <a:lnTo>
                  <a:pt x="5512409" y="424674"/>
                </a:lnTo>
                <a:lnTo>
                  <a:pt x="5087742" y="1"/>
                </a:lnTo>
                <a:lnTo>
                  <a:pt x="5139977" y="1"/>
                </a:lnTo>
                <a:lnTo>
                  <a:pt x="5539215" y="399237"/>
                </a:lnTo>
                <a:lnTo>
                  <a:pt x="5598781" y="399237"/>
                </a:lnTo>
                <a:lnTo>
                  <a:pt x="5998007" y="2"/>
                </a:lnTo>
                <a:lnTo>
                  <a:pt x="6050249" y="2"/>
                </a:lnTo>
                <a:lnTo>
                  <a:pt x="5623232" y="427030"/>
                </a:lnTo>
                <a:lnTo>
                  <a:pt x="5623232" y="483255"/>
                </a:lnTo>
                <a:lnTo>
                  <a:pt x="6094326" y="954363"/>
                </a:lnTo>
                <a:lnTo>
                  <a:pt x="6563205" y="485481"/>
                </a:lnTo>
                <a:lnTo>
                  <a:pt x="6563205" y="4247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5927307"/>
      </p:ext>
    </p:extLst>
  </p:cSld>
  <p:clrMapOvr>
    <a:masterClrMapping/>
  </p:clrMapOvr>
  <p:transition spd="slow">
    <p:push dir="u"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7349274"/>
      </p:ext>
    </p:extLst>
  </p:cSld>
  <p:clrMapOvr>
    <a:masterClrMapping/>
  </p:clrMapOvr>
  <p:transition spd="slow">
    <p:push dir="u"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0845220"/>
      </p:ext>
    </p:extLst>
  </p:cSld>
  <p:clrMapOvr>
    <a:masterClrMapping/>
  </p:clrMapOvr>
  <p:transition spd="slow">
    <p:push dir="u"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8047568"/>
      </p:ext>
    </p:extLst>
  </p:cSld>
  <p:clrMapOvr>
    <a:masterClrMapping/>
  </p:clrMapOvr>
  <p:transition spd="slow">
    <p:push dir="u"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23090"/>
      </p:ext>
    </p:extLst>
  </p:cSld>
  <p:clrMapOvr>
    <a:masterClrMapping/>
  </p:clrMapOvr>
  <p:transition spd="slow">
    <p:push dir="u"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5502117"/>
      </p:ext>
    </p:extLst>
  </p:cSld>
  <p:clrMapOvr>
    <a:masterClrMapping/>
  </p:clrMapOvr>
  <p:transition spd="slow">
    <p:push dir="u"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29634"/>
      </p:ext>
    </p:extLst>
  </p:cSld>
  <p:clrMapOvr>
    <a:masterClrMapping/>
  </p:clrMapOvr>
  <p:transition spd="slow">
    <p:push dir="u"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6197998"/>
      </p:ext>
    </p:extLst>
  </p:cSld>
  <p:clrMapOvr>
    <a:masterClrMapping/>
  </p:clrMapOvr>
  <p:transition spd="slow">
    <p:push dir="u"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6822048"/>
      </p:ext>
    </p:extLst>
  </p:cSld>
  <p:clrMapOvr>
    <a:masterClrMapping/>
  </p:clrMapOvr>
  <p:transition spd="slow">
    <p:push dir="u"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1374472"/>
      </p:ext>
    </p:extLst>
  </p:cSld>
  <p:clrMapOvr>
    <a:masterClrMapping/>
  </p:clrMapOvr>
  <p:transition spd="slow">
    <p:push dir="u"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3212481"/>
      </p:ext>
    </p:extLst>
  </p:cSld>
  <p:clrMapOvr>
    <a:masterClrMapping/>
  </p:clrMapOvr>
  <p:transition spd="slow">
    <p:push dir="u"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475281"/>
      </p:ext>
    </p:extLst>
  </p:cSld>
  <p:clrMapOvr>
    <a:masterClrMapping/>
  </p:clrMapOvr>
  <p:transition spd="slow">
    <p:push dir="u"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1783500"/>
      </p:ext>
    </p:extLst>
  </p:cSld>
  <p:clrMapOvr>
    <a:masterClrMapping/>
  </p:clrMapOvr>
  <p:transition spd="slow">
    <p:push dir="u"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6324406"/>
      </p:ext>
    </p:extLst>
  </p:cSld>
  <p:clrMapOvr>
    <a:masterClrMapping/>
  </p:clrMapOvr>
  <p:transition spd="slow">
    <p:push dir="u"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8102950"/>
      </p:ext>
    </p:extLst>
  </p:cSld>
  <p:clrMapOvr>
    <a:masterClrMapping/>
  </p:clrMapOvr>
  <p:transition spd="slow">
    <p:push dir="u"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0700158"/>
      </p:ext>
    </p:extLst>
  </p:cSld>
  <p:clrMapOvr>
    <a:masterClrMapping/>
  </p:clrMapOvr>
  <p:transition spd="slow">
    <p:push dir="u"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6476717"/>
      </p:ext>
    </p:extLst>
  </p:cSld>
  <p:clrMapOvr>
    <a:masterClrMapping/>
  </p:clrMapOvr>
  <p:transition spd="slow">
    <p:push dir="u"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368938"/>
      </p:ext>
    </p:extLst>
  </p:cSld>
  <p:clrMapOvr>
    <a:masterClrMapping/>
  </p:clrMapOvr>
  <p:transition spd="slow">
    <p:push dir="u"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8487"/>
      </p:ext>
    </p:extLst>
  </p:cSld>
  <p:clrMapOvr>
    <a:masterClrMapping/>
  </p:clrMapOvr>
  <p:transition spd="slow">
    <p:push dir="u"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4668385"/>
      </p:ext>
    </p:extLst>
  </p:cSld>
  <p:clrMapOvr>
    <a:masterClrMapping/>
  </p:clrMapOvr>
  <p:transition spd="slow">
    <p:push dir="u"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93700" ty="-82550" sx="35000" sy="3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8483286"/>
      </p:ext>
    </p:extLst>
  </p:cSld>
  <p:clrMapOvr>
    <a:masterClrMapping/>
  </p:clrMapOvr>
  <p:transition spd="slow">
    <p:push dir="u"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266474"/>
      </p:ext>
    </p:extLst>
  </p:cSld>
  <p:clrMapOvr>
    <a:masterClrMapping/>
  </p:clrMapOvr>
  <p:transition spd="slow">
    <p:push dir="u"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0" y="0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93700" ty="-82550" sx="35000" sy="3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9558467"/>
      </p:ext>
    </p:extLst>
  </p:cSld>
  <p:clrMapOvr>
    <a:masterClrMapping/>
  </p:clrMapOvr>
  <p:transition spd="slow">
    <p:push dir="u"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3454993"/>
      </p:ext>
    </p:extLst>
  </p:cSld>
  <p:clrMapOvr>
    <a:masterClrMapping/>
  </p:clrMapOvr>
  <p:transition spd="slow">
    <p:push dir="u"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9367145"/>
      </p:ext>
    </p:extLst>
  </p:cSld>
  <p:clrMapOvr>
    <a:masterClrMapping/>
  </p:clrMapOvr>
  <p:transition spd="slow">
    <p:push dir="u"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64551"/>
      </p:ext>
    </p:extLst>
  </p:cSld>
  <p:clrMapOvr>
    <a:masterClrMapping/>
  </p:clrMapOvr>
  <p:transition spd="slow">
    <p:push dir="u"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7869500"/>
      </p:ext>
    </p:extLst>
  </p:cSld>
  <p:clrMapOvr>
    <a:masterClrMapping/>
  </p:clrMapOvr>
  <p:transition spd="slow">
    <p:push dir="u"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4059429"/>
      </p:ext>
    </p:extLst>
  </p:cSld>
  <p:clrMapOvr>
    <a:masterClrMapping/>
  </p:clrMapOvr>
  <p:transition spd="slow">
    <p:push dir="u"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359118"/>
      </p:ext>
    </p:extLst>
  </p:cSld>
  <p:clrMapOvr>
    <a:masterClrMapping/>
  </p:clrMapOvr>
  <p:transition spd="slow">
    <p:push dir="u"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8615538"/>
      </p:ext>
    </p:extLst>
  </p:cSld>
  <p:clrMapOvr>
    <a:masterClrMapping/>
  </p:clrMapOvr>
  <p:transition spd="slow">
    <p:push dir="u"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7758728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519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042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19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18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33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42BDFC1-362E-45DC-8161-62533A1F50D0}" type="datetimeFigureOut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561F271-01D8-4F3C-8DC9-CC3FDBDCFCC5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0960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customXml" Target="../ink/ink2.xml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customXml" Target="../ink/ink6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customXml" Target="../ink/ink5.xml"/><Relationship Id="rId10" Type="http://schemas.openxmlformats.org/officeDocument/2006/relationships/image" Target="../media/image34.png"/><Relationship Id="rId4" Type="http://schemas.openxmlformats.org/officeDocument/2006/relationships/image" Target="../media/image31.png"/><Relationship Id="rId9" Type="http://schemas.openxmlformats.org/officeDocument/2006/relationships/customXml" Target="../ink/ink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6.png"/><Relationship Id="rId7" Type="http://schemas.openxmlformats.org/officeDocument/2006/relationships/customXml" Target="../ink/ink9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0.png"/><Relationship Id="rId5" Type="http://schemas.openxmlformats.org/officeDocument/2006/relationships/customXml" Target="../ink/ink8.xml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customXml" Target="../ink/ink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itro.is-a.dev/" TargetMode="External"/><Relationship Id="rId2" Type="http://schemas.openxmlformats.org/officeDocument/2006/relationships/hyperlink" Target="https://x.com/silicognition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CD641-C63C-A693-7687-9547B3190E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82B72A-9254-3CD8-B0E5-C9B5F0E90A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1120" y="4809744"/>
            <a:ext cx="6888480" cy="486980"/>
          </a:xfrm>
        </p:spPr>
        <p:txBody>
          <a:bodyPr>
            <a:normAutofit/>
          </a:bodyPr>
          <a:lstStyle/>
          <a:p>
            <a:r>
              <a:rPr lang="en-US" dirty="0"/>
              <a:t>how i built a *transformer to add 2 two-digit numbers on pen and paper.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4E0434-ECC8-2DCF-CAC0-EE4BAD3A51B0}"/>
              </a:ext>
            </a:extLst>
          </p:cNvPr>
          <p:cNvSpPr txBox="1">
            <a:spLocks/>
          </p:cNvSpPr>
          <p:nvPr/>
        </p:nvSpPr>
        <p:spPr>
          <a:xfrm>
            <a:off x="8494776" y="5163046"/>
            <a:ext cx="2356104" cy="10457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1800" kern="120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aritro shome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5E6560-425A-3AEA-9084-0BECBB3069A3}"/>
              </a:ext>
            </a:extLst>
          </p:cNvPr>
          <p:cNvSpPr txBox="1"/>
          <p:nvPr/>
        </p:nvSpPr>
        <p:spPr>
          <a:xfrm>
            <a:off x="0" y="6596390"/>
            <a:ext cx="121066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* i do not claim to adopt all components (Layer Norm, FFNs, etc.) of the transformer religiously. i have modified certain things to make my objective of this exercise easier. be patient, not pedantic. </a:t>
            </a:r>
            <a:endParaRPr lang="en-IN" sz="11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FA503D-2668-D5CD-AAF7-F347BC383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59" y="4853807"/>
            <a:ext cx="1463041" cy="146304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F03A20-B7F4-DF9B-32C1-FC1917BF0CE9}"/>
              </a:ext>
            </a:extLst>
          </p:cNvPr>
          <p:cNvSpPr txBox="1"/>
          <p:nvPr/>
        </p:nvSpPr>
        <p:spPr>
          <a:xfrm>
            <a:off x="106016" y="6217917"/>
            <a:ext cx="5079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tldr</a:t>
            </a:r>
            <a:r>
              <a:rPr lang="en-US" dirty="0"/>
              <a:t>: demo it at </a:t>
            </a:r>
            <a:r>
              <a:rPr lang="en-US" dirty="0" err="1"/>
              <a:t>demo.link</a:t>
            </a:r>
            <a:r>
              <a:rPr lang="en-US" dirty="0"/>
              <a:t>, read the blog at </a:t>
            </a:r>
            <a:r>
              <a:rPr lang="en-US" dirty="0" err="1"/>
              <a:t>blog.link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53959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A750-2776-B293-6BD1-EA6F3213E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on earth would I do this?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EF7E5D-3C6C-07DE-D19E-1AB9060BF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mechanistic interpretability, QK and OV circuits, how attention layers specialize in tasks.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384032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08529-98E6-21AE-315E-7450815A2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on earth would I do this?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C45CB-32B3-550D-2164-3479B8EB1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just">
              <a:buFont typeface="+mj-lt"/>
              <a:buAutoNum type="arabicPeriod"/>
            </a:pPr>
            <a:r>
              <a:rPr lang="en-US" dirty="0"/>
              <a:t>having recently worked with a professor on </a:t>
            </a:r>
            <a:r>
              <a:rPr lang="en-US" i="1" dirty="0"/>
              <a:t>saliency maps </a:t>
            </a:r>
            <a:r>
              <a:rPr lang="en-US" dirty="0"/>
              <a:t>for explainable vision transformers, i naturally dug deeper into explainability and interpretability and discovered mechanistic interpretability (thank you Neel Nanda for this amazing topic)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aptly called the neurosurgery for models, mech-int goes deep into the models, and translates the numerous linear algebra operations (especially those of the attention heads) into human-understandable algorithms. this is useful for many reasons.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an academic challenge never bored me, plus i was intrigued to do this task for a long time. free will, if you will (pun intended)</a:t>
            </a:r>
          </a:p>
          <a:p>
            <a:pPr marL="457200" indent="-457200" algn="just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316790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3094-8AFF-254D-4D9A-0953B9D9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of </a:t>
            </a:r>
            <a:r>
              <a:rPr lang="en-US" dirty="0" err="1"/>
              <a:t>Forgeformer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78B93-B42F-130D-163C-8E0FE849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attention mechanism, key-query-value matrices, softmax, embeddings, tokens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56194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75DA4-FF0D-5566-8845-D3C37F4A9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2C11B-35C4-9627-6099-77289CA4A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of </a:t>
            </a:r>
            <a:r>
              <a:rPr lang="en-US" dirty="0" err="1"/>
              <a:t>Forgeformer</a:t>
            </a:r>
            <a:r>
              <a:rPr lang="en-US" dirty="0"/>
              <a:t> – part 1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EA5AC-D06E-68D1-2F81-3EE392800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just">
              <a:buFont typeface="+mj-lt"/>
              <a:buAutoNum type="arabicPeriod"/>
            </a:pPr>
            <a:r>
              <a:rPr lang="en-US" i="1" dirty="0"/>
              <a:t>d_model</a:t>
            </a:r>
            <a:r>
              <a:rPr lang="en-US" dirty="0"/>
              <a:t> has to be as small as possible, something like 512 is going to be a nightmare (read: impossible task) to solve on paper. I went with </a:t>
            </a:r>
            <a:r>
              <a:rPr lang="en-US" i="1" dirty="0"/>
              <a:t>d_model = </a:t>
            </a:r>
            <a:r>
              <a:rPr lang="en-US" dirty="0"/>
              <a:t>3, one dimension dedicated for position, one dimension dedicated for digit value, and one for carry related purposes.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The input token length is fixed at 5: a b c d &lt;EOS&gt;. the addition to be performed is ab + cd. a, b, c, d are all valid digits.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layer norms, FFNs and embedding and unembedding matrices would only increase the number of parameters i have to figure out, which would deviate from my task of analyzing attention heads and their relation to the task at hand. hence little “hacks” have been used there :P</a:t>
            </a:r>
          </a:p>
          <a:p>
            <a:pPr marL="457200" indent="-457200" algn="just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577451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F445A-0E59-C26E-41AB-8341CE7F6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8DDAF-61DD-4784-8A32-EE405DB6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of </a:t>
            </a:r>
            <a:r>
              <a:rPr lang="en-US" dirty="0" err="1"/>
              <a:t>Forgeformer</a:t>
            </a:r>
            <a:r>
              <a:rPr lang="en-US" dirty="0"/>
              <a:t> – part 2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D5254-8686-95C3-329B-4D6F324A3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just">
              <a:buFont typeface="+mj-lt"/>
              <a:buAutoNum type="arabicPeriod"/>
            </a:pPr>
            <a:r>
              <a:rPr lang="en-US" dirty="0"/>
              <a:t>there are 2 attention layers. one for units digit, one for tens digit. although this type of predefinition is counter intuitive to goal of </a:t>
            </a:r>
            <a:r>
              <a:rPr lang="en-US" dirty="0" err="1"/>
              <a:t>mechint</a:t>
            </a:r>
            <a:r>
              <a:rPr lang="en-US" dirty="0"/>
              <a:t> (in </a:t>
            </a:r>
            <a:r>
              <a:rPr lang="en-US" dirty="0" err="1"/>
              <a:t>mechint</a:t>
            </a:r>
            <a:r>
              <a:rPr lang="en-US" dirty="0"/>
              <a:t> we go from model weights </a:t>
            </a:r>
            <a:r>
              <a:rPr lang="en-US" dirty="0">
                <a:sym typeface="Wingdings" panose="05000000000000000000" pitchFamily="2" charset="2"/>
              </a:rPr>
              <a:t> human algorithms not the other way around), this exercise is my way of sort of coming up with the trivial-est of examples to figure out how QK and OV circuits define the tasks and outputs.</a:t>
            </a:r>
          </a:p>
          <a:p>
            <a:pPr marL="0" indent="0" algn="just">
              <a:buNone/>
            </a:pP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40F723-EA3D-B2D3-3CC7-D97276F24844}"/>
              </a:ext>
            </a:extLst>
          </p:cNvPr>
          <p:cNvSpPr/>
          <p:nvPr/>
        </p:nvSpPr>
        <p:spPr>
          <a:xfrm>
            <a:off x="1447799" y="4553712"/>
            <a:ext cx="1545336" cy="12252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Tokens</a:t>
            </a:r>
            <a:endParaRPr lang="en-IN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900942-882F-3EE6-CD6C-7470EB7455DA}"/>
              </a:ext>
            </a:extLst>
          </p:cNvPr>
          <p:cNvSpPr/>
          <p:nvPr/>
        </p:nvSpPr>
        <p:spPr>
          <a:xfrm>
            <a:off x="3264407" y="4553712"/>
            <a:ext cx="1545336" cy="12252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Embeddings</a:t>
            </a:r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D1D811-170C-279A-595E-E51FF969C428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3135" y="5166360"/>
            <a:ext cx="2712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70CA2AF-524E-B37E-0F92-8581EEC47E40}"/>
              </a:ext>
            </a:extLst>
          </p:cNvPr>
          <p:cNvSpPr/>
          <p:nvPr/>
        </p:nvSpPr>
        <p:spPr>
          <a:xfrm>
            <a:off x="5169407" y="4553712"/>
            <a:ext cx="1545336" cy="12252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Attention Layer 1</a:t>
            </a:r>
            <a:endParaRPr lang="en-IN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2EF6A2-E338-79E9-AD00-946632A8CE52}"/>
              </a:ext>
            </a:extLst>
          </p:cNvPr>
          <p:cNvSpPr/>
          <p:nvPr/>
        </p:nvSpPr>
        <p:spPr>
          <a:xfrm>
            <a:off x="7074407" y="4553712"/>
            <a:ext cx="1545336" cy="12252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Attention Layer 2</a:t>
            </a:r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FEACB3-918C-B948-A27A-82D99C29559C}"/>
              </a:ext>
            </a:extLst>
          </p:cNvPr>
          <p:cNvSpPr/>
          <p:nvPr/>
        </p:nvSpPr>
        <p:spPr>
          <a:xfrm>
            <a:off x="8979407" y="4553712"/>
            <a:ext cx="1545336" cy="12252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Output</a:t>
            </a:r>
            <a:endParaRPr lang="en-IN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E108E2E-F026-D7BB-B4E9-D4AD14DF1059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4809743" y="5166360"/>
            <a:ext cx="3596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C0CB973-7C09-E525-F125-90935F682E6E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714743" y="5166360"/>
            <a:ext cx="3596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300FC5B-45CA-0485-9D9E-8BF17910A944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8619743" y="5166360"/>
            <a:ext cx="3596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73B3289-E002-E494-B9A5-612C924C9873}"/>
              </a:ext>
            </a:extLst>
          </p:cNvPr>
          <p:cNvSpPr txBox="1"/>
          <p:nvPr/>
        </p:nvSpPr>
        <p:spPr>
          <a:xfrm>
            <a:off x="1344598" y="5900665"/>
            <a:ext cx="459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red arrow here signifies residual connection.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321677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41F46-A015-BEFB-6933-B975CB0C7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9654-126B-30B0-4144-CD46EE2E7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E0A34B-CCB0-AD70-70B1-C576E67F4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attention mechanism, how key and query “attend” to required positions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607844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9A6A-3CC1-38EA-20A1-DC0276AEA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9C146-D7EC-D4BE-E0A3-33B10485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 – part 1</a:t>
            </a:r>
            <a:endParaRPr lang="en-IN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A663CDB-7743-E70E-8811-BEA950A741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97458" y="2187564"/>
            <a:ext cx="5288563" cy="406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just" fontAlgn="base">
              <a:buFont typeface="+mj-lt"/>
              <a:buAutoNum type="arabicPeriod"/>
              <a:tabLst/>
            </a:pPr>
            <a:r>
              <a:rPr lang="en-US" altLang="en-US" dirty="0"/>
              <a:t>to get the units sum the EOS token needs to find only the digits at the unit positions (indices 2 and 4 in the list of tokens, considering one-indexing).</a:t>
            </a:r>
          </a:p>
          <a:p>
            <a:pPr marL="457200" marR="0" lvl="0" indent="-457200" algn="just" fontAlgn="base">
              <a:buFont typeface="+mj-lt"/>
              <a:buAutoNum type="arabicPeriod"/>
              <a:tabLst/>
            </a:pPr>
            <a:r>
              <a:rPr lang="en-US" altLang="en-US" dirty="0"/>
              <a:t>think of the EOS token as a Man on a Hill shouting through a megaphone: i am looking for anyone standing in a position indicated by a negative number!".</a:t>
            </a:r>
          </a:p>
          <a:p>
            <a:pPr marL="457200" marR="0" lvl="0" indent="-457200" algn="just" fontAlgn="base">
              <a:buFont typeface="+mj-lt"/>
              <a:buAutoNum type="arabicPeriod"/>
              <a:tabLst/>
            </a:pPr>
            <a:r>
              <a:rPr lang="en-US" altLang="en-US" dirty="0"/>
              <a:t>The Query matrix is the man shouting, and the Key matrix returns the positions of where affirmative echoes should come (very weak example)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183377-FE3D-559C-7C74-08F96CFFC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591" y="2767679"/>
            <a:ext cx="1960635" cy="898623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BE23910-70E9-9EB3-9A45-5F11B49EC5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781" y="4090320"/>
            <a:ext cx="1683681" cy="10476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F75C73-8278-E8AB-8CE0-87FC9D8EE1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334" y="4090319"/>
            <a:ext cx="1457143" cy="10476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BAD148-DFC0-A473-1ADE-7A30200A6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957" y="4090321"/>
            <a:ext cx="1380952" cy="10476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51BCFA9-6CDD-2A14-0D0F-EC54C5807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325" y="2508850"/>
            <a:ext cx="2600978" cy="121530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A762FE-B47B-3A1F-8D94-65385DDDA7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3248" y="5403293"/>
            <a:ext cx="3380952" cy="104761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17CD2598-5F1B-6C4F-1FC4-671E0C68CE85}"/>
                  </a:ext>
                </a:extLst>
              </p14:cNvPr>
              <p14:cNvContentPartPr/>
              <p14:nvPr/>
            </p14:nvContentPartPr>
            <p14:xfrm>
              <a:off x="8710378" y="6466851"/>
              <a:ext cx="3009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17CD2598-5F1B-6C4F-1FC4-671E0C68CE8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704258" y="6460731"/>
                <a:ext cx="3132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C5A7D4F-BF94-4216-BB74-F5770496FEEE}"/>
                  </a:ext>
                </a:extLst>
              </p14:cNvPr>
              <p14:cNvContentPartPr/>
              <p14:nvPr/>
            </p14:nvContentPartPr>
            <p14:xfrm>
              <a:off x="9813058" y="6466851"/>
              <a:ext cx="235080" cy="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C5A7D4F-BF94-4216-BB74-F5770496FEE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806938" y="6460731"/>
                <a:ext cx="24732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BAF2165-CB98-D5B4-4CCB-8559503B4310}"/>
              </a:ext>
            </a:extLst>
          </p:cNvPr>
          <p:cNvSpPr txBox="1"/>
          <p:nvPr/>
        </p:nvSpPr>
        <p:spPr>
          <a:xfrm>
            <a:off x="6794591" y="1729841"/>
            <a:ext cx="37018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 border =&gt; weights I derived by hand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500446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705B7-664F-C4BB-51FE-CD8DBA18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97CA7-8ECE-FD8F-3B07-EC65A327D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 – part 2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A9AF6-8D73-A0FB-664B-468B2E3F3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4014216" cy="4023360"/>
          </a:xfrm>
        </p:spPr>
        <p:txBody>
          <a:bodyPr>
            <a:normAutofit/>
          </a:bodyPr>
          <a:lstStyle/>
          <a:p>
            <a:pPr marL="457200" indent="-457200" algn="just">
              <a:buAutoNum type="arabicPeriod"/>
            </a:pPr>
            <a:r>
              <a:rPr lang="en-US" dirty="0"/>
              <a:t>once the K-Q handshake tells us where to look, the V will tell us how to pluck and use those values in those positions. </a:t>
            </a:r>
          </a:p>
          <a:p>
            <a:pPr marL="457200" indent="-457200" algn="just">
              <a:buAutoNum type="arabicPeriod"/>
            </a:pPr>
            <a:r>
              <a:rPr lang="en-US" dirty="0"/>
              <a:t>Analogy: K-Q is the librarian, you ask them where is a book on reptiles, they show you the shelf. Now you as the reader (V matrix) will actually use the contents in the book in those shelf. 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EEF74D-6834-1934-39D9-1098511F9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164" y="2286000"/>
            <a:ext cx="2267266" cy="99073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F0F49B-60BC-5BD4-D1A3-0FAEA108C54D}"/>
              </a:ext>
            </a:extLst>
          </p:cNvPr>
          <p:cNvSpPr txBox="1"/>
          <p:nvPr/>
        </p:nvSpPr>
        <p:spPr>
          <a:xfrm>
            <a:off x="5884164" y="3396597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why 2?</a:t>
            </a:r>
            <a:endParaRPr lang="en-IN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54A408-B3C1-D43F-5B11-D8032981A5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232" y="2257559"/>
            <a:ext cx="3380952" cy="10476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0F0E56-CD32-A9D2-D0FA-66935E8BA4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4164" y="4057334"/>
            <a:ext cx="1573088" cy="13010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FD0F8D-CC1B-C740-BB00-579165E30B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071" y="3853224"/>
            <a:ext cx="3372321" cy="15051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C87509F-9BE3-3A2A-720F-C9D0B68128B5}"/>
                  </a:ext>
                </a:extLst>
              </p14:cNvPr>
              <p14:cNvContentPartPr/>
              <p14:nvPr/>
            </p14:nvContentPartPr>
            <p14:xfrm>
              <a:off x="9847944" y="5312376"/>
              <a:ext cx="22788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C87509F-9BE3-3A2A-720F-C9D0B68128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41824" y="5306256"/>
                <a:ext cx="2401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366CA2E-A024-ACBF-E77C-69880A58C19F}"/>
                  </a:ext>
                </a:extLst>
              </p14:cNvPr>
              <p14:cNvContentPartPr/>
              <p14:nvPr/>
            </p14:nvContentPartPr>
            <p14:xfrm>
              <a:off x="10780344" y="5321736"/>
              <a:ext cx="19260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366CA2E-A024-ACBF-E77C-69880A58C19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774224" y="5315616"/>
                <a:ext cx="20484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227750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FA2F-19C1-1EF1-644C-38472AA4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A9FD-A67E-7E17-2C8F-E99AE24BC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 – part 3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2272EF7-6F13-0F13-FE86-733FE90090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960" y="2084832"/>
            <a:ext cx="4875271" cy="10669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C8AC1D-28CC-A6A7-CD27-25F7FEAB2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231" y="2177925"/>
            <a:ext cx="1485563" cy="796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4E79CC-FC9E-584A-CD5C-AF9473AE9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1" y="3207155"/>
            <a:ext cx="4505932" cy="12803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9B9007-524D-72B7-A65B-11A1C862D8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6650" y="3370025"/>
            <a:ext cx="1887731" cy="11490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0A0727D-E864-BA1F-3AFD-63A349B768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383" y="4822872"/>
            <a:ext cx="3488199" cy="1378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19868F5-13E1-3677-58D5-D1C4B170C7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0582" y="4739882"/>
            <a:ext cx="4210461" cy="14034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B041C7-82C8-C565-C601-A786FB25AA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035" y="1992933"/>
            <a:ext cx="3181794" cy="14194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786E42-4F6C-6B43-BCF3-CC17CE38A9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1507" y="3234839"/>
            <a:ext cx="3096057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21478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5D1FF-8134-277E-30BE-089CEA93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31555-1867-E6BD-32AD-1F1EC9D9C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2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33422-AB6F-36CC-4F92-10702EC78B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attention mechanism, how key and query “attend” to required positions, how residual connection information of previous layer(s) is used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17661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E2E42-7E62-21ED-4415-8AE326FE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6162B-20F9-FAB9-FE12-884B554C7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2 – part 1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441AA-79FB-AD5F-9C00-8CF871635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3675888" cy="4023360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/>
              <a:t>Same intuitions as before.</a:t>
            </a:r>
          </a:p>
          <a:p>
            <a:pPr marL="0" indent="0" algn="just">
              <a:buNone/>
            </a:pPr>
            <a:r>
              <a:rPr lang="en-US" dirty="0"/>
              <a:t>Last time we focused on positions 2 and 4, this time 1 and 3 for the tens digit.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0A4725-A3B6-6D24-113A-9DE94B584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21" y="3364730"/>
            <a:ext cx="5020376" cy="152421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9A18FF-0635-3EE4-E6DC-FB86EB6F8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774" y="4888943"/>
            <a:ext cx="3772426" cy="12860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6D9049D-B412-2241-50F5-35CCE0DD683D}"/>
              </a:ext>
            </a:extLst>
          </p:cNvPr>
          <p:cNvSpPr txBox="1"/>
          <p:nvPr/>
        </p:nvSpPr>
        <p:spPr>
          <a:xfrm>
            <a:off x="7491985" y="6043824"/>
            <a:ext cx="3374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how signs are opposite of kq1</a:t>
            </a: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ADC99F-B367-F71C-2512-9F2266307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40" y="1566568"/>
            <a:ext cx="4706537" cy="12746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117790-EB56-5C79-40B6-AED695C83EE5}"/>
              </a:ext>
            </a:extLst>
          </p:cNvPr>
          <p:cNvSpPr txBox="1"/>
          <p:nvPr/>
        </p:nvSpPr>
        <p:spPr>
          <a:xfrm>
            <a:off x="7946136" y="2449199"/>
            <a:ext cx="3738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you recall, in Wk1 we had -10. here</a:t>
            </a:r>
          </a:p>
          <a:p>
            <a:r>
              <a:rPr lang="en-US" dirty="0"/>
              <a:t>+10. why?</a:t>
            </a:r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BDBF89-AD71-7892-AC39-BDC7781E9904}"/>
              </a:ext>
            </a:extLst>
          </p:cNvPr>
          <p:cNvSpPr/>
          <p:nvPr/>
        </p:nvSpPr>
        <p:spPr>
          <a:xfrm>
            <a:off x="7946136" y="1700784"/>
            <a:ext cx="3322661" cy="8138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BE29DAF-1E0C-B7FD-3DD7-CF0D3D7B4FD8}"/>
                  </a:ext>
                </a:extLst>
              </p14:cNvPr>
              <p14:cNvContentPartPr/>
              <p14:nvPr/>
            </p14:nvContentPartPr>
            <p14:xfrm>
              <a:off x="7817904" y="6071256"/>
              <a:ext cx="383400" cy="100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BE29DAF-1E0C-B7FD-3DD7-CF0D3D7B4FD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11784" y="6065136"/>
                <a:ext cx="39564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E43808D-7425-27A6-3737-06EA47934925}"/>
                  </a:ext>
                </a:extLst>
              </p14:cNvPr>
              <p14:cNvContentPartPr/>
              <p14:nvPr/>
            </p14:nvContentPartPr>
            <p14:xfrm>
              <a:off x="8960904" y="6062256"/>
              <a:ext cx="402480" cy="97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E43808D-7425-27A6-3737-06EA4793492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954784" y="6056136"/>
                <a:ext cx="41472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CBB2DBE-DACE-FFF3-4B7F-24DD5CB29B4A}"/>
                  </a:ext>
                </a:extLst>
              </p14:cNvPr>
              <p14:cNvContentPartPr/>
              <p14:nvPr/>
            </p14:nvContentPartPr>
            <p14:xfrm>
              <a:off x="10140984" y="5814576"/>
              <a:ext cx="449640" cy="2397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CBB2DBE-DACE-FFF3-4B7F-24DD5CB29B4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134864" y="5808456"/>
                <a:ext cx="461880" cy="25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26274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0E68F-8460-6575-5256-A2768C5D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BA7C0-BF19-DF55-17AA-9ECA2586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 – part 2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D47A9-EEE9-4193-8C99-B07BD87C7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3703320" cy="4023360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/>
              <a:t>Intuitions same as before.</a:t>
            </a:r>
          </a:p>
          <a:p>
            <a:pPr marL="0" indent="0" algn="just">
              <a:buNone/>
            </a:pPr>
            <a:r>
              <a:rPr lang="en-US" dirty="0"/>
              <a:t>This time we shall change for the tens digit.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B89D65-E66D-A537-974D-DBDB8E867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707" y="2048302"/>
            <a:ext cx="2048161" cy="104789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F4DAE8-CEAF-7D8A-AF9B-4277C331DFAB}"/>
              </a:ext>
            </a:extLst>
          </p:cNvPr>
          <p:cNvSpPr txBox="1"/>
          <p:nvPr/>
        </p:nvSpPr>
        <p:spPr>
          <a:xfrm>
            <a:off x="6207682" y="3059668"/>
            <a:ext cx="906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Why 3?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B5412B-1DA4-96CC-EDFA-F526A61F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3663" y="2084832"/>
            <a:ext cx="3839111" cy="13051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C97C5C7-CA9E-8EA0-E406-368C2BD50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707" y="3426515"/>
            <a:ext cx="4639322" cy="14765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EA09606-6D1E-F0E6-4AA9-8C9CD07AB0F8}"/>
                  </a:ext>
                </a:extLst>
              </p14:cNvPr>
              <p14:cNvContentPartPr/>
              <p14:nvPr/>
            </p14:nvContentPartPr>
            <p14:xfrm>
              <a:off x="7927704" y="4763376"/>
              <a:ext cx="337680" cy="28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EA09606-6D1E-F0E6-4AA9-8C9CD07AB0F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921584" y="4757256"/>
                <a:ext cx="3499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F880686-E644-0BAF-1CE3-940754672913}"/>
                  </a:ext>
                </a:extLst>
              </p14:cNvPr>
              <p14:cNvContentPartPr/>
              <p14:nvPr/>
            </p14:nvContentPartPr>
            <p14:xfrm>
              <a:off x="8915184" y="4745736"/>
              <a:ext cx="3009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F880686-E644-0BAF-1CE3-94075467291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909064" y="4739616"/>
                <a:ext cx="3132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3C19662-8368-686B-2A25-8B957998822B}"/>
                  </a:ext>
                </a:extLst>
              </p14:cNvPr>
              <p14:cNvContentPartPr/>
              <p14:nvPr/>
            </p14:nvContentPartPr>
            <p14:xfrm>
              <a:off x="9838584" y="4727376"/>
              <a:ext cx="35604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3C19662-8368-686B-2A25-8B957998822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832464" y="4721256"/>
                <a:ext cx="36828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1B0D65AF-E6F5-5B22-6280-8E78AA2419C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3644" y="5197160"/>
            <a:ext cx="1914286" cy="10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97808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6E237-809B-331A-32CA-FACDDB8A2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25EF7-2E2A-160E-FBF3-821E720E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Forgeformer</a:t>
            </a:r>
            <a:r>
              <a:rPr lang="en-US" dirty="0"/>
              <a:t> attention layer 1 – part 3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DEB23C-4DCF-0C81-515E-C71BC00B5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64" y="1932328"/>
            <a:ext cx="4706537" cy="1274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B72BC1-0106-1522-6113-824BC3C0C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588" y="1807564"/>
            <a:ext cx="5020376" cy="1524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BEB95C-4ACC-0445-ADB1-1BA20E05FD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579" y="3207015"/>
            <a:ext cx="4639322" cy="1476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2236A7-CB5F-8916-D50C-85EDFACB81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6116" y="3429000"/>
            <a:ext cx="2048161" cy="1047896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BD5FBC-A4B5-F0E2-D4F0-0ACD52B591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032" y="3331777"/>
            <a:ext cx="3839111" cy="13051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1F7324-CB3B-B270-26DB-CF934433AA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021" y="5069144"/>
            <a:ext cx="1914286" cy="10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074185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65DA-358B-617F-ACA6-919C55833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18F91-FEC9-FA91-AFBB-5EFF472E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sum out of the </a:t>
            </a:r>
            <a:r>
              <a:rPr lang="en-US" dirty="0" err="1"/>
              <a:t>Forgeformer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B1E3A-4ACE-2AB1-93DE-06FE2F2D6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how not to do unembedding by cheating a little bit (using the plus operator)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3524683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9CC6-E455-9F20-AA13-96152DCD9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543C5-317E-7867-D440-5A7D9FB29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sum out of the </a:t>
            </a:r>
            <a:r>
              <a:rPr lang="en-US" dirty="0" err="1"/>
              <a:t>Forgeformer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05E99-3795-A2BC-6978-5104D6FCE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3785616" cy="4023360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/>
              <a:t>in a traditional transformer, we have unembedding matrix which converts the final logits to a corresponding token. However, our goal is to study attention layers and how they perform tasks, so we modify the final layer a little bit.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C4720-DFE0-4D65-43B0-127A779D9ACC}"/>
              </a:ext>
            </a:extLst>
          </p:cNvPr>
          <p:cNvSpPr txBox="1"/>
          <p:nvPr/>
        </p:nvSpPr>
        <p:spPr>
          <a:xfrm>
            <a:off x="5708142" y="2375174"/>
            <a:ext cx="6094476" cy="165045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units_sum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x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[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-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,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]</a:t>
            </a: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tens_sum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x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[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-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,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]</a:t>
            </a: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</a:t>
            </a: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carry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0</a:t>
            </a:r>
            <a:endParaRPr lang="en-US" b="0" dirty="0">
              <a:solidFill>
                <a:srgbClr val="BBBEBF"/>
              </a:solidFill>
              <a:effectLst/>
              <a:latin typeface="0xProto Nerd Font Mono" panose="02000009000000000000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</a:t>
            </a:r>
            <a:r>
              <a:rPr lang="en-US" b="0" dirty="0">
                <a:solidFill>
                  <a:srgbClr val="C184C6"/>
                </a:solidFill>
                <a:effectLst/>
                <a:latin typeface="0xProto Nerd Font Mono" panose="02000009000000000000" pitchFamily="49" charset="0"/>
              </a:rPr>
              <a:t>if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units_sum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&gt;=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10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:</a:t>
            </a: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   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carry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</a:t>
            </a:r>
            <a:endParaRPr lang="en-US" b="0" dirty="0">
              <a:solidFill>
                <a:srgbClr val="BBBEBF"/>
              </a:solidFill>
              <a:effectLst/>
              <a:latin typeface="0xProto Nerd Font Mono" panose="02000009000000000000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   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units_sum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-=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10</a:t>
            </a:r>
            <a:endParaRPr lang="en-US" b="0" dirty="0">
              <a:solidFill>
                <a:srgbClr val="BBBEBF"/>
              </a:solidFill>
              <a:effectLst/>
              <a:latin typeface="0xProto Nerd Font Mono" panose="02000009000000000000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    </a:t>
            </a:r>
          </a:p>
          <a:p>
            <a:pPr>
              <a:lnSpc>
                <a:spcPts val="1200"/>
              </a:lnSpc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    </a:t>
            </a:r>
            <a:r>
              <a:rPr lang="en-US" b="0" dirty="0">
                <a:solidFill>
                  <a:srgbClr val="C184C6"/>
                </a:solidFill>
                <a:effectLst/>
                <a:latin typeface="0xProto Nerd Font Mono" panose="02000009000000000000" pitchFamily="49" charset="0"/>
              </a:rPr>
              <a:t>return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(</a:t>
            </a:r>
            <a:r>
              <a:rPr lang="en-US" b="0" dirty="0">
                <a:solidFill>
                  <a:srgbClr val="48C9C4"/>
                </a:solidFill>
                <a:effectLst/>
                <a:latin typeface="0xProto Nerd Font Mono" panose="02000009000000000000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((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tens_sum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carry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)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A8CAAD"/>
                </a:solidFill>
                <a:effectLst/>
                <a:latin typeface="0xProto Nerd Font Mono" panose="02000009000000000000" pitchFamily="49" charset="0"/>
              </a:rPr>
              <a:t>10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C5CCD6"/>
                </a:solidFill>
                <a:effectLst/>
                <a:latin typeface="0xProto Nerd Font Mono" panose="02000009000000000000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units_sum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), </a:t>
            </a:r>
            <a:r>
              <a:rPr lang="en-US" b="0" dirty="0">
                <a:solidFill>
                  <a:srgbClr val="90D5FF"/>
                </a:solidFill>
                <a:effectLst/>
                <a:latin typeface="0xProto Nerd Font Mono" panose="02000009000000000000" pitchFamily="49" charset="0"/>
              </a:rPr>
              <a:t>states_map</a:t>
            </a:r>
            <a:r>
              <a:rPr lang="en-US" b="0" dirty="0">
                <a:solidFill>
                  <a:srgbClr val="BBBEBF"/>
                </a:solidFill>
                <a:effectLst/>
                <a:latin typeface="0xProto Nerd Font Mono" panose="02000009000000000000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F8CA3-8C3D-D65A-40E6-58EDAFC100D0}"/>
              </a:ext>
            </a:extLst>
          </p:cNvPr>
          <p:cNvSpPr txBox="1"/>
          <p:nvPr/>
        </p:nvSpPr>
        <p:spPr>
          <a:xfrm>
            <a:off x="5708142" y="4434840"/>
            <a:ext cx="609447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I grab the EOS row (last row of the residual stream output after</a:t>
            </a:r>
          </a:p>
          <a:p>
            <a:pPr algn="just"/>
            <a:r>
              <a:rPr lang="en-US" sz="1600" dirty="0"/>
              <a:t>2</a:t>
            </a:r>
            <a:r>
              <a:rPr lang="en-US" sz="1600" baseline="30000" dirty="0"/>
              <a:t>nd</a:t>
            </a:r>
            <a:r>
              <a:rPr lang="en-US" sz="1600" dirty="0"/>
              <a:t> layer. The first dimension has the carry and sum of unit’s digit and</a:t>
            </a:r>
          </a:p>
          <a:p>
            <a:pPr algn="just"/>
            <a:r>
              <a:rPr lang="en-US" sz="1600" dirty="0"/>
              <a:t>the second dimension has the sum of tens’ digit. due to this </a:t>
            </a:r>
          </a:p>
          <a:p>
            <a:pPr algn="just"/>
            <a:r>
              <a:rPr lang="en-US" sz="1600" dirty="0"/>
              <a:t>Implementation of extracting the sum, the </a:t>
            </a:r>
            <a:r>
              <a:rPr lang="en-US" sz="1600" dirty="0" err="1"/>
              <a:t>Forgeformer</a:t>
            </a:r>
            <a:r>
              <a:rPr lang="en-US" sz="1600" dirty="0"/>
              <a:t> actually </a:t>
            </a:r>
          </a:p>
          <a:p>
            <a:pPr algn="just"/>
            <a:r>
              <a:rPr lang="en-US" sz="1600" dirty="0"/>
              <a:t>“cheats” into overflowing the 2</a:t>
            </a:r>
            <a:r>
              <a:rPr lang="en-US" sz="1600" baseline="30000" dirty="0"/>
              <a:t>nd</a:t>
            </a:r>
            <a:r>
              <a:rPr lang="en-US" sz="1600" dirty="0"/>
              <a:t> dimension beyond 9 to </a:t>
            </a:r>
          </a:p>
          <a:p>
            <a:pPr algn="just"/>
            <a:r>
              <a:rPr lang="en-US" sz="1600" dirty="0"/>
              <a:t>handle sums &gt; 99 as well.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74232186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0AA7A-8AA8-3BD9-D48D-FC53A966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227A1-E293-0B91-48A9-3A3736CF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F47F3-4DCB-C0EB-3282-FB0C44C95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keywords</a:t>
            </a:r>
            <a:r>
              <a:rPr lang="en-US" dirty="0"/>
              <a:t>: not The Chainsmokers song, what i learnt and hopefully taught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6737222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29092-1B98-78AC-E2BE-9A6C91C7A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E4F0-30D4-BE20-6D95-8B6D72C81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8F564-AEA6-EE6C-684A-A313638CC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just">
              <a:buAutoNum type="arabicPeriod"/>
            </a:pPr>
            <a:r>
              <a:rPr lang="en-US" dirty="0"/>
              <a:t>Properly implementing the hundredth carry, right now it cheats.</a:t>
            </a:r>
          </a:p>
          <a:p>
            <a:pPr marL="457200" indent="-457200" algn="just">
              <a:buAutoNum type="arabicPeriod"/>
            </a:pPr>
            <a:r>
              <a:rPr lang="en-US" dirty="0"/>
              <a:t>Adding FFNs and Layer Norms (if needed to see what they contribute intuitively)</a:t>
            </a:r>
          </a:p>
          <a:p>
            <a:pPr marL="457200" indent="-457200" algn="just">
              <a:buAutoNum type="arabicPeriod"/>
            </a:pPr>
            <a:r>
              <a:rPr lang="en-US" dirty="0"/>
              <a:t>Generalizing an approach for n digit + m digit, n != m (using computer trained models of course)</a:t>
            </a:r>
          </a:p>
          <a:p>
            <a:pPr marL="457200" indent="-457200" algn="just">
              <a:buAutoNum type="arabicPeriod"/>
            </a:pPr>
            <a:r>
              <a:rPr lang="en-US" dirty="0"/>
              <a:t>Carrying our concepts about what the attention heads actually do and checking with open-source models</a:t>
            </a:r>
          </a:p>
          <a:p>
            <a:pPr marL="457200" indent="-457200" algn="just">
              <a:buAutoNum type="arabicPeriod"/>
            </a:pPr>
            <a:r>
              <a:rPr lang="en-US" dirty="0"/>
              <a:t>Training one model for the same task as </a:t>
            </a:r>
            <a:r>
              <a:rPr lang="en-US" dirty="0" err="1"/>
              <a:t>Forgeformer</a:t>
            </a:r>
            <a:r>
              <a:rPr lang="en-US" dirty="0"/>
              <a:t> using </a:t>
            </a:r>
            <a:r>
              <a:rPr lang="en-US" dirty="0" err="1"/>
              <a:t>Pytorch</a:t>
            </a:r>
            <a:r>
              <a:rPr lang="en-US" dirty="0"/>
              <a:t> and comparing their weights with mine.</a:t>
            </a:r>
          </a:p>
          <a:p>
            <a:pPr marL="457200" indent="-457200" algn="just">
              <a:buAutoNum type="arabicPeriod"/>
            </a:pPr>
            <a:r>
              <a:rPr lang="en-US" dirty="0"/>
              <a:t>Doing all this for other trivial task</a:t>
            </a:r>
          </a:p>
          <a:p>
            <a:pPr marL="457200" indent="-457200" algn="just"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8991667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DAD2F-7CE2-9E37-92F9-03DE313241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B7077-8C7E-AD3A-4334-5E0FB482DE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Twitter: </a:t>
            </a:r>
            <a:r>
              <a:rPr lang="en-US" sz="1600" dirty="0">
                <a:hlinkClick r:id="rId2"/>
              </a:rPr>
              <a:t>https://x.com/silicognition</a:t>
            </a:r>
            <a:endParaRPr lang="en-US" sz="1600" dirty="0"/>
          </a:p>
          <a:p>
            <a:r>
              <a:rPr lang="en-US" sz="1600" dirty="0"/>
              <a:t>Personal site: </a:t>
            </a:r>
            <a:r>
              <a:rPr lang="en-US" sz="1600" dirty="0">
                <a:hlinkClick r:id="rId3"/>
              </a:rPr>
              <a:t>https://aritro.is-a.dev/</a:t>
            </a:r>
            <a:r>
              <a:rPr lang="en-US" sz="1600" dirty="0"/>
              <a:t> </a:t>
            </a:r>
          </a:p>
          <a:p>
            <a:endParaRPr lang="en-US" sz="1600" dirty="0"/>
          </a:p>
          <a:p>
            <a:r>
              <a:rPr lang="en-US" sz="1600" dirty="0"/>
              <a:t>Feel free to reach out (even if you’re pedantic)</a:t>
            </a:r>
            <a:endParaRPr lang="en-IN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874F06-0F7B-1C6C-7A7D-8CB083A955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687" y="4960136"/>
            <a:ext cx="1463041" cy="146304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639340885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B4028482-F53A-4442-AB14-9B7A43F44F96}"/>
    </a:ext>
  </a:extLst>
</a:theme>
</file>

<file path=ppt/theme/theme3.xml><?xml version="1.0" encoding="utf-8"?>
<a:theme xmlns:a="http://schemas.openxmlformats.org/drawingml/2006/main" name="2_Integral">
  <a:themeElements>
    <a:clrScheme name="Integral">
      <a:dk1>
        <a:sysClr val="windowText" lastClr="000000"/>
      </a:dk1>
      <a:lt1>
        <a:sysClr val="window" lastClr="FFFFFF"/>
      </a:lt1>
      <a:dk2>
        <a:srgbClr val="534949"/>
      </a:dk2>
      <a:lt2>
        <a:srgbClr val="CCD1B9"/>
      </a:lt2>
      <a:accent1>
        <a:srgbClr val="C66951"/>
      </a:accent1>
      <a:accent2>
        <a:srgbClr val="BF974D"/>
      </a:accent2>
      <a:accent3>
        <a:srgbClr val="928B70"/>
      </a:accent3>
      <a:accent4>
        <a:srgbClr val="87706B"/>
      </a:accent4>
      <a:accent5>
        <a:srgbClr val="94734E"/>
      </a:accent5>
      <a:accent6>
        <a:srgbClr val="6F777D"/>
      </a:accent6>
      <a:hlink>
        <a:srgbClr val="CC9900"/>
      </a:hlink>
      <a:folHlink>
        <a:srgbClr val="C0C0C0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125000"/>
              </a:schemeClr>
              <a:schemeClr val="phClr">
                <a:tint val="92000"/>
                <a:shade val="70000"/>
                <a:satMod val="110000"/>
              </a:schemeClr>
            </a:duotone>
          </a:blip>
          <a:tile tx="0" ty="0" sx="22000" sy="2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E736489A-00C3-4E0A-AAA8-D4D3127BA5B3}"/>
    </a:ext>
  </a:extLst>
</a:theme>
</file>

<file path=ppt/theme/theme4.xml><?xml version="1.0" encoding="utf-8"?>
<a:theme xmlns:a="http://schemas.openxmlformats.org/drawingml/2006/main" name="3_Integral">
  <a:themeElements>
    <a:clrScheme name="Integral">
      <a:dk1>
        <a:sysClr val="windowText" lastClr="000000"/>
      </a:dk1>
      <a:lt1>
        <a:sysClr val="window" lastClr="FFFFFF"/>
      </a:lt1>
      <a:dk2>
        <a:srgbClr val="534949"/>
      </a:dk2>
      <a:lt2>
        <a:srgbClr val="CCD1B9"/>
      </a:lt2>
      <a:accent1>
        <a:srgbClr val="C66951"/>
      </a:accent1>
      <a:accent2>
        <a:srgbClr val="BF974D"/>
      </a:accent2>
      <a:accent3>
        <a:srgbClr val="928B70"/>
      </a:accent3>
      <a:accent4>
        <a:srgbClr val="87706B"/>
      </a:accent4>
      <a:accent5>
        <a:srgbClr val="94734E"/>
      </a:accent5>
      <a:accent6>
        <a:srgbClr val="6F777D"/>
      </a:accent6>
      <a:hlink>
        <a:srgbClr val="CC9900"/>
      </a:hlink>
      <a:folHlink>
        <a:srgbClr val="C0C0C0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125000"/>
              </a:schemeClr>
              <a:schemeClr val="phClr">
                <a:tint val="92000"/>
                <a:shade val="70000"/>
                <a:satMod val="110000"/>
              </a:schemeClr>
            </a:duotone>
          </a:blip>
          <a:tile tx="0" ty="0" sx="22000" sy="2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E736489A-00C3-4E0A-AAA8-D4D3127BA5B3}"/>
    </a:ext>
  </a:extLst>
</a:theme>
</file>

<file path=ppt/theme/theme5.xml><?xml version="1.0" encoding="utf-8"?>
<a:theme xmlns:a="http://schemas.openxmlformats.org/drawingml/2006/main" name="4_Integral">
  <a:themeElements>
    <a:clrScheme name="Integral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29F68FFC-748B-4FC3-BF39-7F84A6D5840F}"/>
    </a:ext>
  </a:extLst>
</a:theme>
</file>

<file path=ppt/theme/theme6.xml><?xml version="1.0" encoding="utf-8"?>
<a:theme xmlns:a="http://schemas.openxmlformats.org/drawingml/2006/main" name="5_Integral">
  <a:themeElements>
    <a:clrScheme name="Integral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C1C93EF2-4785-427F-84A5-F1666490E9CE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124</TotalTime>
  <Words>1164</Words>
  <Application>Microsoft Office PowerPoint</Application>
  <PresentationFormat>Widescreen</PresentationFormat>
  <Paragraphs>84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19</vt:i4>
      </vt:variant>
    </vt:vector>
  </HeadingPairs>
  <TitlesOfParts>
    <vt:vector size="31" baseType="lpstr">
      <vt:lpstr>0xProto Nerd Font Mono</vt:lpstr>
      <vt:lpstr>Calibri</vt:lpstr>
      <vt:lpstr>Tw Cen MT</vt:lpstr>
      <vt:lpstr>Tw Cen MT Condensed</vt:lpstr>
      <vt:lpstr>Wingdings</vt:lpstr>
      <vt:lpstr>Wingdings 3</vt:lpstr>
      <vt:lpstr>Integral</vt:lpstr>
      <vt:lpstr>1_Integral</vt:lpstr>
      <vt:lpstr>2_Integral</vt:lpstr>
      <vt:lpstr>3_Integral</vt:lpstr>
      <vt:lpstr>4_Integral</vt:lpstr>
      <vt:lpstr>5_Integral</vt:lpstr>
      <vt:lpstr>Forgeformer</vt:lpstr>
      <vt:lpstr>Why on earth would I do this?</vt:lpstr>
      <vt:lpstr>Why on earth would I do this?</vt:lpstr>
      <vt:lpstr>Architecture of Forgeformer</vt:lpstr>
      <vt:lpstr>Architecture of Forgeformer – part 1</vt:lpstr>
      <vt:lpstr>Architecture of Forgeformer – part 2</vt:lpstr>
      <vt:lpstr>Forgeformer attention layer 1</vt:lpstr>
      <vt:lpstr>Forgeformer attention layer 1 – part 1</vt:lpstr>
      <vt:lpstr>Forgeformer attention layer 1 – part 2</vt:lpstr>
      <vt:lpstr>Forgeformer attention layer 1 – part 3</vt:lpstr>
      <vt:lpstr>Forgeformer attention layer 2</vt:lpstr>
      <vt:lpstr>Forgeformer attention layer 2 – part 1</vt:lpstr>
      <vt:lpstr>Forgeformer attention layer 1 – part 2</vt:lpstr>
      <vt:lpstr>Forgeformer attention layer 1 – part 3</vt:lpstr>
      <vt:lpstr>Getting the sum out of the Forgeformer</vt:lpstr>
      <vt:lpstr>Getting the sum out of the Forgeformer</vt:lpstr>
      <vt:lpstr>TAKEAWAY</vt:lpstr>
      <vt:lpstr>TAKEAWAY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Aritro Shome</dc:creator>
  <cp:lastModifiedBy>Aritro Shome</cp:lastModifiedBy>
  <cp:revision>18</cp:revision>
  <dcterms:created xsi:type="dcterms:W3CDTF">2026-03-11T16:28:47Z</dcterms:created>
  <dcterms:modified xsi:type="dcterms:W3CDTF">2026-03-12T12:51:37Z</dcterms:modified>
</cp:coreProperties>
</file>